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3.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6858000" cx="12192000"/>
  <p:notesSz cx="6858000" cy="9144000"/>
  <p:embeddedFontLst>
    <p:embeddedFont>
      <p:font typeface="Poppins"/>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0" roundtripDataSignature="AMtx7mhxEU3XrL6G32/qCsN8450zgG5tSA=="/>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4" name="Christian Draeger"/>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Poppins-regular.fntdata"/><Relationship Id="rId25" Type="http://schemas.openxmlformats.org/officeDocument/2006/relationships/slide" Target="slides/slide19.xml"/><Relationship Id="rId28" Type="http://schemas.openxmlformats.org/officeDocument/2006/relationships/font" Target="fonts/Poppins-italic.fntdata"/><Relationship Id="rId27" Type="http://schemas.openxmlformats.org/officeDocument/2006/relationships/font" Target="fonts/Poppins-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Poppins-boldItalic.fntdata"/><Relationship Id="rId7" Type="http://schemas.openxmlformats.org/officeDocument/2006/relationships/slide" Target="slides/slide1.xml"/><Relationship Id="rId8" Type="http://schemas.openxmlformats.org/officeDocument/2006/relationships/slide" Target="slides/slide2.xml"/><Relationship Id="rId30"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4-12-11T13:24:28.821">
    <p:pos x="747" y="771"/>
    <p:text>Description in speaker notes</p:text>
    <p:extLst>
      <p:ext uri="{C676402C-5697-4E1C-873F-D02D1690AC5C}">
        <p15:threadingInfo timeZoneBias="0"/>
      </p:ext>
      <p:ext uri="http://customooxmlschemas.google.com/">
        <go:slidesCustomData xmlns:go="http://customooxmlschemas.google.com/" commentPostId="AAABwienOKk"/>
      </p:ext>
    </p:extLst>
  </p:cm>
  <p:cm authorId="0" idx="2" dt="2024-12-11T13:24:28.821">
    <p:pos x="747" y="771"/>
    <p:text>@sebastian.staeubert@gmail.com, should we cite that? Do you have a general 3lgm2 description text for such images?</p:text>
    <p:extLst>
      <p:ext uri="{C676402C-5697-4E1C-873F-D02D1690AC5C}">
        <p15:threadingInfo timeZoneBias="0">
          <p15:parentCm authorId="0" idx="1"/>
        </p15:threadingInfo>
      </p:ext>
      <p:ext uri="http://customooxmlschemas.google.com/">
        <go:slidesCustomData xmlns:go="http://customooxmlschemas.google.com/" commentPostId="AAABwienOKo"/>
      </p:ext>
    </p:extLs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5-01-23T19:38:17.728">
    <p:pos x="288" y="717"/>
    <p:text>Open the entries as speaker notes; it may not be clear where the rows come from and why you only need them once.</p:text>
    <p:extLst>
      <p:ext uri="{C676402C-5697-4E1C-873F-D02D1690AC5C}">
        <p15:threadingInfo timeZoneBias="0"/>
      </p:ext>
      <p:ext uri="http://customooxmlschemas.google.com/">
        <go:slidesCustomData xmlns:go="http://customooxmlschemas.google.com/" commentPostId="AAABwifb1QA"/>
      </p:ext>
    </p:extLs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5-01-23T19:40:52.378">
    <p:pos x="288" y="1018"/>
    <p:text>I think it's called that because we send a 'message' (?) via the REST API. Maybe we should first explain what the default value would be, then why we need the message type for FHIR. The use of the FHIR REST API is still unclear from the slides.</p:text>
    <p:extLst>
      <p:ext uri="{C676402C-5697-4E1C-873F-D02D1690AC5C}">
        <p15:threadingInfo timeZoneBias="0"/>
      </p:ext>
      <p:ext uri="http://customooxmlschemas.google.com/">
        <go:slidesCustomData xmlns:go="http://customooxmlschemas.google.com/" commentPostId="AAABwifb1P8"/>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de-DE"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3lgm2.de/"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hl7.org/fhir/" TargetMode="External"/><Relationship Id="rId3" Type="http://schemas.openxmlformats.org/officeDocument/2006/relationships/hyperlink" Target="https://www.medizininformatik-initiative.de/de/der-kerndatensatz-der-medizininformatik-initiative" TargetMode="External"/><Relationship Id="rId4" Type="http://schemas.openxmlformats.org/officeDocument/2006/relationships/hyperlink" Target="https://www.medizininformatik-initiative.de/de/basismodule-des-kerndatensatzes-der-mii"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ithub.com/IMISE/MI-Lab-E02-CSV-to-FHIR/tree/main/Material/Transformer/Complete"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implifier.net/packages/de.basisprofil.r4/1.4.0/files/656744" TargetMode="External"/><Relationship Id="rId3" Type="http://schemas.openxmlformats.org/officeDocument/2006/relationships/hyperlink" Target="https://simplifier.net/resolve?scope=hl7.fhir.r4.core@4.0.1&amp;filepath=package/CodeSystem-v3-ActCode.json" TargetMode="External"/><Relationship Id="rId4" Type="http://schemas.openxmlformats.org/officeDocument/2006/relationships/hyperlink" Target="https://simplifier.net/resolve?scope=hl7.fhir.r4.core@4.0.1&amp;filepath=package/CodeSystem-v3-ActCode.json"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360"/>
              </a:spcBef>
              <a:spcAft>
                <a:spcPts val="0"/>
              </a:spcAft>
              <a:buClr>
                <a:schemeClr val="dk1"/>
              </a:buClr>
              <a:buSzPts val="1200"/>
              <a:buFont typeface="Arial"/>
              <a:buNone/>
            </a:pPr>
            <a:r>
              <a:t/>
            </a:r>
            <a:endParaRPr/>
          </a:p>
        </p:txBody>
      </p:sp>
      <p:sp>
        <p:nvSpPr>
          <p:cNvPr id="50" name="Google Shape;50;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360"/>
              </a:spcBef>
              <a:spcAft>
                <a:spcPts val="0"/>
              </a:spcAft>
              <a:buClr>
                <a:schemeClr val="dk1"/>
              </a:buClr>
              <a:buSzPts val="1200"/>
              <a:buFont typeface="Arial"/>
              <a:buNone/>
            </a:pPr>
            <a:r>
              <a:t/>
            </a:r>
            <a:endParaRPr/>
          </a:p>
        </p:txBody>
      </p:sp>
      <p:sp>
        <p:nvSpPr>
          <p:cNvPr id="59" name="Google Shape;59;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360"/>
              </a:spcBef>
              <a:spcAft>
                <a:spcPts val="0"/>
              </a:spcAft>
              <a:buClr>
                <a:schemeClr val="dk1"/>
              </a:buClr>
              <a:buSzPts val="1200"/>
              <a:buFont typeface="Arial"/>
              <a:buNone/>
            </a:pPr>
            <a:r>
              <a:t/>
            </a:r>
            <a:endParaRPr/>
          </a:p>
        </p:txBody>
      </p:sp>
      <p:sp>
        <p:nvSpPr>
          <p:cNvPr id="66" name="Google Shape;66;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360"/>
              </a:spcBef>
              <a:spcAft>
                <a:spcPts val="0"/>
              </a:spcAft>
              <a:buClr>
                <a:schemeClr val="hlink"/>
              </a:buClr>
              <a:buSzPts val="1200"/>
              <a:buFont typeface="Arial"/>
              <a:buNone/>
            </a:pPr>
            <a:r>
              <a:rPr lang="de-DE" u="sng">
                <a:solidFill>
                  <a:schemeClr val="hlink"/>
                </a:solidFill>
                <a:hlinkClick r:id="rId2"/>
              </a:rPr>
              <a:t>https://www.3lgm2.de</a:t>
            </a:r>
            <a:r>
              <a:rPr lang="de-DE"/>
              <a:t>/. Reading direction: left to right.</a:t>
            </a:r>
            <a:endParaRPr/>
          </a:p>
          <a:p>
            <a:pPr indent="0" lvl="0" marL="0" rtl="0" algn="l">
              <a:spcBef>
                <a:spcPts val="360"/>
              </a:spcBef>
              <a:spcAft>
                <a:spcPts val="0"/>
              </a:spcAft>
              <a:buClr>
                <a:schemeClr val="dk1"/>
              </a:buClr>
              <a:buSzPts val="1200"/>
              <a:buFont typeface="Arial"/>
              <a:buNone/>
            </a:pPr>
            <a:r>
              <a:rPr lang="de-DE"/>
              <a:t>3LGM2 explanations:</a:t>
            </a:r>
            <a:endParaRPr/>
          </a:p>
          <a:p>
            <a:pPr indent="-317500" lvl="0" marL="457200" rtl="0" algn="l">
              <a:spcBef>
                <a:spcPts val="360"/>
              </a:spcBef>
              <a:spcAft>
                <a:spcPts val="0"/>
              </a:spcAft>
              <a:buClr>
                <a:schemeClr val="dk1"/>
              </a:buClr>
              <a:buSzPts val="1400"/>
              <a:buFont typeface="Arial"/>
              <a:buChar char="-"/>
            </a:pPr>
            <a:r>
              <a:rPr lang="de-DE"/>
              <a:t>Squares: Individual application systems (AS)</a:t>
            </a:r>
            <a:endParaRPr/>
          </a:p>
          <a:p>
            <a:pPr indent="-317500" lvl="0" marL="457200" rtl="0" algn="l">
              <a:spcBef>
                <a:spcPts val="0"/>
              </a:spcBef>
              <a:spcAft>
                <a:spcPts val="0"/>
              </a:spcAft>
              <a:buClr>
                <a:schemeClr val="dk1"/>
              </a:buClr>
              <a:buSzPts val="1400"/>
              <a:buFont typeface="Arial"/>
              <a:buChar char="-"/>
            </a:pPr>
            <a:r>
              <a:rPr lang="de-DE"/>
              <a:t>Yellow cylinders: Databases of the AS</a:t>
            </a:r>
            <a:endParaRPr/>
          </a:p>
          <a:p>
            <a:pPr indent="-317500" lvl="0" marL="457200" rtl="0" algn="l">
              <a:spcBef>
                <a:spcPts val="0"/>
              </a:spcBef>
              <a:spcAft>
                <a:spcPts val="0"/>
              </a:spcAft>
              <a:buClr>
                <a:schemeClr val="dk1"/>
              </a:buClr>
              <a:buSzPts val="1400"/>
              <a:buFont typeface="Arial"/>
              <a:buChar char="-"/>
            </a:pPr>
            <a:r>
              <a:rPr lang="de-DE"/>
              <a:t>Green circles: Interfaces of an AS. The arrows between the interfaces show a communication path between the AS.</a:t>
            </a:r>
            <a:endParaRPr/>
          </a:p>
          <a:p>
            <a:pPr indent="0" lvl="0" marL="0" rtl="0" algn="l">
              <a:spcBef>
                <a:spcPts val="360"/>
              </a:spcBef>
              <a:spcAft>
                <a:spcPts val="0"/>
              </a:spcAft>
              <a:buClr>
                <a:schemeClr val="dk1"/>
              </a:buClr>
              <a:buSzPts val="1200"/>
              <a:buFont typeface="Arial"/>
              <a:buNone/>
            </a:pPr>
            <a:r>
              <a:rPr lang="de-DE"/>
              <a:t>On the left in purple is the context of a hospital and on the right in green is the context of a research institution.</a:t>
            </a:r>
            <a:endParaRPr/>
          </a:p>
          <a:p>
            <a:pPr indent="0" lvl="0" marL="0" rtl="0" algn="l">
              <a:spcBef>
                <a:spcPts val="360"/>
              </a:spcBef>
              <a:spcAft>
                <a:spcPts val="0"/>
              </a:spcAft>
              <a:buClr>
                <a:schemeClr val="dk1"/>
              </a:buClr>
              <a:buSzPts val="1200"/>
              <a:buFont typeface="Arial"/>
              <a:buNone/>
            </a:pPr>
            <a:r>
              <a:rPr b="1" lang="de-DE"/>
              <a:t>Communication server: </a:t>
            </a:r>
            <a:r>
              <a:rPr lang="de-DE"/>
              <a:t>The communication server is marked with a red circle. </a:t>
            </a:r>
            <a:endParaRPr/>
          </a:p>
          <a:p>
            <a:pPr indent="-317500" lvl="0" marL="457200" rtl="0" algn="l">
              <a:spcBef>
                <a:spcPts val="360"/>
              </a:spcBef>
              <a:spcAft>
                <a:spcPts val="0"/>
              </a:spcAft>
              <a:buClr>
                <a:schemeClr val="dk1"/>
              </a:buClr>
              <a:buSzPts val="1400"/>
              <a:buFont typeface="Arial"/>
              <a:buChar char="-"/>
            </a:pPr>
            <a:r>
              <a:rPr lang="de-DE"/>
              <a:t>Has interfaces to all AS in the clinical context =&amp;gt; collects the data and prepares it</a:t>
            </a:r>
            <a:endParaRPr/>
          </a:p>
          <a:p>
            <a:pPr indent="-317500" lvl="0" marL="457200" rtl="0" algn="l">
              <a:spcBef>
                <a:spcPts val="0"/>
              </a:spcBef>
              <a:spcAft>
                <a:spcPts val="0"/>
              </a:spcAft>
              <a:buClr>
                <a:schemeClr val="dk1"/>
              </a:buClr>
              <a:buSzPts val="1400"/>
              <a:buFont typeface="Arial"/>
              <a:buChar char="-"/>
            </a:pPr>
            <a:r>
              <a:rPr lang="de-DE"/>
              <a:t>Sends data via an ETL pipeline to research systems (right side)</a:t>
            </a:r>
            <a:endParaRPr/>
          </a:p>
          <a:p>
            <a:pPr indent="0" lvl="0" marL="0" rtl="0" algn="l">
              <a:spcBef>
                <a:spcPts val="360"/>
              </a:spcBef>
              <a:spcAft>
                <a:spcPts val="0"/>
              </a:spcAft>
              <a:buClr>
                <a:schemeClr val="dk1"/>
              </a:buClr>
              <a:buSzPts val="1200"/>
              <a:buFont typeface="Arial"/>
              <a:buNone/>
            </a:pPr>
            <a:r>
              <a:t/>
            </a:r>
            <a:endParaRPr/>
          </a:p>
          <a:p>
            <a:pPr indent="0" lvl="0" marL="0" rtl="0" algn="l">
              <a:spcBef>
                <a:spcPts val="360"/>
              </a:spcBef>
              <a:spcAft>
                <a:spcPts val="0"/>
              </a:spcAft>
              <a:buClr>
                <a:schemeClr val="dk1"/>
              </a:buClr>
              <a:buSzPts val="1200"/>
              <a:buFont typeface="Arial"/>
              <a:buNone/>
            </a:pPr>
            <a:r>
              <a:t/>
            </a:r>
            <a:endParaRPr/>
          </a:p>
        </p:txBody>
      </p:sp>
      <p:sp>
        <p:nvSpPr>
          <p:cNvPr id="73" name="Google Shape;73;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360"/>
              </a:spcBef>
              <a:spcAft>
                <a:spcPts val="0"/>
              </a:spcAft>
              <a:buClr>
                <a:schemeClr val="dk1"/>
              </a:buClr>
              <a:buSzPts val="1200"/>
              <a:buFont typeface="Arial"/>
              <a:buNone/>
            </a:pPr>
            <a:r>
              <a:rPr lang="de-DE"/>
              <a:t>For more information on FHIR, see: </a:t>
            </a:r>
            <a:r>
              <a:rPr lang="de-DE" u="sng">
                <a:solidFill>
                  <a:schemeClr val="hlink"/>
                </a:solidFill>
                <a:hlinkClick r:id="rId2"/>
              </a:rPr>
              <a:t>https://www.hl7.org/fhir</a:t>
            </a:r>
            <a:r>
              <a:rPr lang="de-DE"/>
              <a:t>/.</a:t>
            </a:r>
            <a:endParaRPr/>
          </a:p>
          <a:p>
            <a:pPr indent="0" lvl="0" marL="0" rtl="0" algn="l">
              <a:spcBef>
                <a:spcPts val="360"/>
              </a:spcBef>
              <a:spcAft>
                <a:spcPts val="0"/>
              </a:spcAft>
              <a:buClr>
                <a:schemeClr val="dk1"/>
              </a:buClr>
              <a:buSzPts val="1200"/>
              <a:buFont typeface="Arial"/>
              <a:buNone/>
            </a:pPr>
            <a:r>
              <a:rPr lang="de-DE"/>
              <a:t>Medical Informatics Initiative (MII) Core Data Set:</a:t>
            </a:r>
            <a:endParaRPr/>
          </a:p>
          <a:p>
            <a:pPr indent="-317500" lvl="0" marL="457200" rtl="0" algn="l">
              <a:spcBef>
                <a:spcPts val="360"/>
              </a:spcBef>
              <a:spcAft>
                <a:spcPts val="0"/>
              </a:spcAft>
              <a:buClr>
                <a:schemeClr val="dk1"/>
              </a:buClr>
              <a:buSzPts val="1400"/>
              <a:buFont typeface="Arial"/>
              <a:buChar char="-"/>
            </a:pPr>
            <a:r>
              <a:rPr lang="de-DE"/>
              <a:t>See </a:t>
            </a:r>
            <a:r>
              <a:rPr lang="de-DE" u="sng">
                <a:solidFill>
                  <a:schemeClr val="hlink"/>
                </a:solidFill>
                <a:hlinkClick r:id="rId3"/>
              </a:rPr>
              <a:t>https://www.medizininformatik-initiative.de/de/der-kerndatensatz-der-medizininformatik-initiative</a:t>
            </a:r>
            <a:endParaRPr/>
          </a:p>
          <a:p>
            <a:pPr indent="-317500" lvl="0" marL="457200" rtl="0" algn="l">
              <a:spcBef>
                <a:spcPts val="0"/>
              </a:spcBef>
              <a:spcAft>
                <a:spcPts val="0"/>
              </a:spcAft>
              <a:buClr>
                <a:schemeClr val="dk1"/>
              </a:buClr>
              <a:buSzPts val="1400"/>
              <a:buFont typeface="Arial"/>
              <a:buChar char="-"/>
            </a:pPr>
            <a:r>
              <a:rPr lang="de-DE"/>
              <a:t>Definition of data scope and standardization of medical data</a:t>
            </a:r>
            <a:endParaRPr/>
          </a:p>
          <a:p>
            <a:pPr indent="-317500" lvl="0" marL="457200" rtl="0" algn="l">
              <a:spcBef>
                <a:spcPts val="0"/>
              </a:spcBef>
              <a:spcAft>
                <a:spcPts val="0"/>
              </a:spcAft>
              <a:buClr>
                <a:schemeClr val="dk1"/>
              </a:buClr>
              <a:buSzPts val="1400"/>
              <a:buFont typeface="Arial"/>
              <a:buChar char="-"/>
            </a:pPr>
            <a:r>
              <a:rPr lang="de-DE"/>
              <a:t>This is a central prerequisite for the shared use of data in the MII</a:t>
            </a:r>
            <a:endParaRPr/>
          </a:p>
          <a:p>
            <a:pPr indent="-317500" lvl="0" marL="457200" rtl="0" algn="l">
              <a:spcBef>
                <a:spcPts val="0"/>
              </a:spcBef>
              <a:spcAft>
                <a:spcPts val="0"/>
              </a:spcAft>
              <a:buClr>
                <a:schemeClr val="dk1"/>
              </a:buClr>
              <a:buSzPts val="1400"/>
              <a:buFont typeface="Arial"/>
              <a:buChar char="-"/>
            </a:pPr>
            <a:r>
              <a:rPr lang="de-DE"/>
              <a:t>Divided into modules, see </a:t>
            </a:r>
            <a:r>
              <a:rPr lang="de-DE" u="sng">
                <a:solidFill>
                  <a:schemeClr val="hlink"/>
                </a:solidFill>
                <a:hlinkClick r:id="rId4"/>
              </a:rPr>
              <a:t>Basic Modules</a:t>
            </a:r>
            <a:endParaRPr/>
          </a:p>
          <a:p>
            <a:pPr indent="-317500" lvl="0" marL="457200" rtl="0" algn="l">
              <a:spcBef>
                <a:spcPts val="0"/>
              </a:spcBef>
              <a:spcAft>
                <a:spcPts val="0"/>
              </a:spcAft>
              <a:buClr>
                <a:schemeClr val="dk1"/>
              </a:buClr>
              <a:buSzPts val="1400"/>
              <a:buFont typeface="Arial"/>
              <a:buChar char="-"/>
            </a:pPr>
            <a:r>
              <a:rPr lang="de-DE"/>
              <a:t>In this exercise, we will use the Patient and Encounter modules</a:t>
            </a:r>
            <a:endParaRPr/>
          </a:p>
          <a:p>
            <a:pPr indent="0" lvl="0" marL="0" rtl="0" algn="l">
              <a:spcBef>
                <a:spcPts val="360"/>
              </a:spcBef>
              <a:spcAft>
                <a:spcPts val="0"/>
              </a:spcAft>
              <a:buClr>
                <a:schemeClr val="dk1"/>
              </a:buClr>
              <a:buSzPts val="1200"/>
              <a:buFont typeface="Arial"/>
              <a:buNone/>
            </a:pPr>
            <a:r>
              <a:rPr lang="de-DE"/>
              <a:t>Image on the right:</a:t>
            </a:r>
            <a:endParaRPr/>
          </a:p>
          <a:p>
            <a:pPr indent="-317500" lvl="0" marL="457200" rtl="0" algn="l">
              <a:spcBef>
                <a:spcPts val="360"/>
              </a:spcBef>
              <a:spcAft>
                <a:spcPts val="0"/>
              </a:spcAft>
              <a:buClr>
                <a:schemeClr val="dk1"/>
              </a:buClr>
              <a:buSzPts val="1400"/>
              <a:buFont typeface="Arial"/>
              <a:buChar char="-"/>
            </a:pPr>
            <a:r>
              <a:rPr lang="de-DE"/>
              <a:t>This profile describes a patient in the Medical Informatics Initiative</a:t>
            </a:r>
            <a:endParaRPr/>
          </a:p>
          <a:p>
            <a:pPr indent="-317500" lvl="0" marL="457200" rtl="0" algn="l">
              <a:spcBef>
                <a:spcPts val="0"/>
              </a:spcBef>
              <a:spcAft>
                <a:spcPts val="0"/>
              </a:spcAft>
              <a:buClr>
                <a:schemeClr val="dk1"/>
              </a:buClr>
              <a:buSzPts val="1400"/>
              <a:buFont typeface="Arial"/>
              <a:buChar char="-"/>
            </a:pPr>
            <a:r>
              <a:rPr lang="de-DE"/>
              <a:t>Structure of a patient resource from the MII core data set Patient module</a:t>
            </a:r>
            <a:endParaRPr/>
          </a:p>
          <a:p>
            <a:pPr indent="-317500" lvl="0" marL="457200" rtl="0" algn="l">
              <a:spcBef>
                <a:spcPts val="0"/>
              </a:spcBef>
              <a:spcAft>
                <a:spcPts val="0"/>
              </a:spcAft>
              <a:buClr>
                <a:schemeClr val="dk1"/>
              </a:buClr>
              <a:buSzPts val="1400"/>
              <a:buFont typeface="Arial"/>
              <a:buChar char="-"/>
            </a:pPr>
            <a:r>
              <a:rPr lang="de-DE"/>
              <a:t>On the left are the names of the individual FHIR elements that belong to the resource</a:t>
            </a:r>
            <a:endParaRPr/>
          </a:p>
          <a:p>
            <a:pPr indent="-317500" lvl="0" marL="457200" rtl="0" algn="l">
              <a:spcBef>
                <a:spcPts val="0"/>
              </a:spcBef>
              <a:spcAft>
                <a:spcPts val="0"/>
              </a:spcAft>
              <a:buClr>
                <a:schemeClr val="dk1"/>
              </a:buClr>
              <a:buSzPts val="1400"/>
              <a:buFont typeface="Arial"/>
              <a:buChar char="-"/>
            </a:pPr>
            <a:r>
              <a:rPr lang="de-DE"/>
              <a:t>The red S indicates elements that are mandatory for the patient resource</a:t>
            </a:r>
            <a:endParaRPr/>
          </a:p>
          <a:p>
            <a:pPr indent="-317500" lvl="0" marL="457200" rtl="0" algn="l">
              <a:spcBef>
                <a:spcPts val="0"/>
              </a:spcBef>
              <a:spcAft>
                <a:spcPts val="0"/>
              </a:spcAft>
              <a:buClr>
                <a:schemeClr val="dk1"/>
              </a:buClr>
              <a:buSzPts val="1400"/>
              <a:buFont typeface="Arial"/>
              <a:buChar char="-"/>
            </a:pPr>
            <a:r>
              <a:rPr lang="de-DE"/>
              <a:t>On the right are the data types of the respective element</a:t>
            </a:r>
            <a:endParaRPr/>
          </a:p>
          <a:p>
            <a:pPr indent="0" lvl="0" marL="0" rtl="0" algn="l">
              <a:spcBef>
                <a:spcPts val="360"/>
              </a:spcBef>
              <a:spcAft>
                <a:spcPts val="0"/>
              </a:spcAft>
              <a:buClr>
                <a:schemeClr val="dk1"/>
              </a:buClr>
              <a:buSzPts val="1200"/>
              <a:buFont typeface="Arial"/>
              <a:buNone/>
            </a:pPr>
            <a:r>
              <a:t/>
            </a:r>
            <a:endParaRPr/>
          </a:p>
          <a:p>
            <a:pPr indent="0" lvl="0" marL="0" rtl="0" algn="l">
              <a:spcBef>
                <a:spcPts val="360"/>
              </a:spcBef>
              <a:spcAft>
                <a:spcPts val="0"/>
              </a:spcAft>
              <a:buClr>
                <a:schemeClr val="dk1"/>
              </a:buClr>
              <a:buSzPts val="1200"/>
              <a:buFont typeface="Arial"/>
              <a:buNone/>
            </a:pPr>
            <a:r>
              <a:t/>
            </a:r>
            <a:endParaRPr/>
          </a:p>
        </p:txBody>
      </p:sp>
      <p:sp>
        <p:nvSpPr>
          <p:cNvPr id="81" name="Google Shape;81;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360"/>
              </a:spcBef>
              <a:spcAft>
                <a:spcPts val="0"/>
              </a:spcAft>
              <a:buClr>
                <a:schemeClr val="dk1"/>
              </a:buClr>
              <a:buSzPts val="1200"/>
              <a:buFont typeface="Arial"/>
              <a:buNone/>
            </a:pPr>
            <a:r>
              <a:t/>
            </a:r>
            <a:endParaRPr/>
          </a:p>
        </p:txBody>
      </p:sp>
      <p:sp>
        <p:nvSpPr>
          <p:cNvPr id="90" name="Google Shape;90;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360"/>
              </a:spcBef>
              <a:spcAft>
                <a:spcPts val="0"/>
              </a:spcAft>
              <a:buClr>
                <a:schemeClr val="dk1"/>
              </a:buClr>
              <a:buSzPts val="1200"/>
              <a:buFont typeface="Arial"/>
              <a:buNone/>
            </a:pPr>
            <a:r>
              <a:t/>
            </a:r>
            <a:endParaRPr/>
          </a:p>
        </p:txBody>
      </p:sp>
      <p:sp>
        <p:nvSpPr>
          <p:cNvPr id="96" name="Google Shape;96;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360"/>
              </a:spcBef>
              <a:spcAft>
                <a:spcPts val="0"/>
              </a:spcAft>
              <a:buClr>
                <a:schemeClr val="dk1"/>
              </a:buClr>
              <a:buSzPts val="1200"/>
              <a:buFont typeface="Arial"/>
              <a:buNone/>
            </a:pPr>
            <a:r>
              <a:rPr lang="de-DE"/>
              <a:t>In order to send the mapped FHIR data to a FHIR server in Mirth-Connect, the structure of the FHIR JSON message to be sent must be defined in advance. </a:t>
            </a:r>
            <a:endParaRPr/>
          </a:p>
          <a:p>
            <a:pPr indent="0" lvl="0" marL="0" rtl="0" algn="l">
              <a:spcBef>
                <a:spcPts val="360"/>
              </a:spcBef>
              <a:spcAft>
                <a:spcPts val="0"/>
              </a:spcAft>
              <a:buClr>
                <a:schemeClr val="dk1"/>
              </a:buClr>
              <a:buSzPts val="1200"/>
              <a:buFont typeface="Arial"/>
              <a:buNone/>
            </a:pPr>
            <a:r>
              <a:rPr lang="de-DE"/>
              <a:t>The FHIR template for the patient and case/encounter is provided for both in the exercise. The templates provided can be found at:</a:t>
            </a:r>
            <a:r>
              <a:rPr lang="de-DE" u="sng">
                <a:solidFill>
                  <a:schemeClr val="hlink"/>
                </a:solidFill>
                <a:hlinkClick r:id="rId2"/>
              </a:rPr>
              <a:t>https://github.com/IMISE/MI-Lab-E02-CSV-to</a:t>
            </a:r>
            <a:r>
              <a:rPr lang="de-DE"/>
              <a:t>-FHIR/tree/main/Material/Transformer/Complete </a:t>
            </a:r>
            <a:endParaRPr/>
          </a:p>
          <a:p>
            <a:pPr indent="0" lvl="0" marL="0" rtl="0" algn="l">
              <a:spcBef>
                <a:spcPts val="360"/>
              </a:spcBef>
              <a:spcAft>
                <a:spcPts val="0"/>
              </a:spcAft>
              <a:buClr>
                <a:schemeClr val="dk1"/>
              </a:buClr>
              <a:buSzPts val="1200"/>
              <a:buFont typeface="Arial"/>
              <a:buNone/>
            </a:pPr>
            <a:r>
              <a:rPr lang="de-DE"/>
              <a:t>Nevertheless, this slide briefly explains the process of creating a FHIR message template for Mirth-Connect from the structure of a FHIR resource.</a:t>
            </a:r>
            <a:endParaRPr/>
          </a:p>
          <a:p>
            <a:pPr indent="0" lvl="0" marL="0" rtl="0" algn="l">
              <a:spcBef>
                <a:spcPts val="360"/>
              </a:spcBef>
              <a:spcAft>
                <a:spcPts val="0"/>
              </a:spcAft>
              <a:buClr>
                <a:schemeClr val="dk1"/>
              </a:buClr>
              <a:buSzPts val="1200"/>
              <a:buFont typeface="Arial"/>
              <a:buNone/>
            </a:pPr>
            <a:r>
              <a:rPr b="1" lang="de-DE"/>
              <a:t>Image on the right: </a:t>
            </a:r>
            <a:r>
              <a:rPr lang="de-DE"/>
              <a:t>Structure of a FHIR resource of the Patient module from the MII KDS (MII Patient)</a:t>
            </a:r>
            <a:endParaRPr/>
          </a:p>
          <a:p>
            <a:pPr indent="0" lvl="0" marL="0" rtl="0" algn="l">
              <a:spcBef>
                <a:spcPts val="360"/>
              </a:spcBef>
              <a:spcAft>
                <a:spcPts val="0"/>
              </a:spcAft>
              <a:buClr>
                <a:schemeClr val="dk1"/>
              </a:buClr>
              <a:buSzPts val="1200"/>
              <a:buFont typeface="Arial"/>
              <a:buNone/>
            </a:pPr>
            <a:r>
              <a:rPr b="1" lang="de-DE"/>
              <a:t>Image on the left: </a:t>
            </a:r>
            <a:r>
              <a:rPr lang="de-DE"/>
              <a:t>Complete FHIR message template as a screenshot from Mirth-Connect</a:t>
            </a:r>
            <a:endParaRPr/>
          </a:p>
          <a:p>
            <a:pPr indent="0" lvl="0" marL="0" rtl="0" algn="l">
              <a:spcBef>
                <a:spcPts val="360"/>
              </a:spcBef>
              <a:spcAft>
                <a:spcPts val="0"/>
              </a:spcAft>
              <a:buClr>
                <a:schemeClr val="dk1"/>
              </a:buClr>
              <a:buSzPts val="1200"/>
              <a:buFont typeface="Arial"/>
              <a:buNone/>
            </a:pPr>
            <a:r>
              <a:rPr b="1" lang="de-DE"/>
              <a:t>Identifier: </a:t>
            </a:r>
            <a:r>
              <a:rPr lang="de-DE"/>
              <a:t>The red circles show how a patient's identifier from the MII Patient can be found in the FHIR message template.</a:t>
            </a:r>
            <a:endParaRPr/>
          </a:p>
        </p:txBody>
      </p:sp>
      <p:sp>
        <p:nvSpPr>
          <p:cNvPr id="104" name="Google Shape;104;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360"/>
              </a:spcBef>
              <a:spcAft>
                <a:spcPts val="0"/>
              </a:spcAft>
              <a:buClr>
                <a:schemeClr val="dk1"/>
              </a:buClr>
              <a:buSzPts val="1200"/>
              <a:buFont typeface="Arial"/>
              <a:buNone/>
            </a:pPr>
            <a:r>
              <a:rPr lang="de-DE"/>
              <a:t>Creation of the FHIR message template for the MII Case module. Here is an example of the mapping of the attribute "class" and its "code" (outlined in red).</a:t>
            </a:r>
            <a:endParaRPr/>
          </a:p>
          <a:p>
            <a:pPr indent="0" lvl="0" marL="0" rtl="0" algn="l">
              <a:spcBef>
                <a:spcPts val="360"/>
              </a:spcBef>
              <a:spcAft>
                <a:spcPts val="0"/>
              </a:spcAft>
              <a:buClr>
                <a:schemeClr val="dk1"/>
              </a:buClr>
              <a:buSzPts val="1200"/>
              <a:buFont typeface="Arial"/>
              <a:buNone/>
            </a:pPr>
            <a:r>
              <a:rPr lang="de-DE"/>
              <a:t>These are based on a </a:t>
            </a:r>
            <a:r>
              <a:rPr b="1" lang="de-DE"/>
              <a:t>code system </a:t>
            </a:r>
            <a:r>
              <a:rPr lang="de-DE"/>
              <a:t>that defines a standardized list of values for the attribute.</a:t>
            </a:r>
            <a:endParaRPr/>
          </a:p>
          <a:p>
            <a:pPr indent="0" lvl="0" marL="0" rtl="0" algn="l">
              <a:spcBef>
                <a:spcPts val="360"/>
              </a:spcBef>
              <a:spcAft>
                <a:spcPts val="0"/>
              </a:spcAft>
              <a:buClr>
                <a:schemeClr val="dk1"/>
              </a:buClr>
              <a:buSzPts val="1200"/>
              <a:buFont typeface="Arial"/>
              <a:buNone/>
            </a:pPr>
            <a:r>
              <a:rPr lang="de-DE"/>
              <a:t>The code system for our example attribute is: </a:t>
            </a:r>
            <a:r>
              <a:rPr b="1" lang="de-DE"/>
              <a:t>EncounterClassDE </a:t>
            </a:r>
            <a:r>
              <a:rPr lang="de-DE"/>
              <a:t>(</a:t>
            </a:r>
            <a:r>
              <a:rPr lang="de-DE" u="sng">
                <a:solidFill>
                  <a:schemeClr val="hlink"/>
                </a:solidFill>
                <a:hlinkClick r:id="rId2"/>
              </a:rPr>
              <a:t>https://simplifier.net/packages/de.basisprofil.r4/1.4.0/files/656744</a:t>
            </a:r>
            <a:r>
              <a:rPr lang="de-DE"/>
              <a:t>) </a:t>
            </a:r>
            <a:endParaRPr/>
          </a:p>
          <a:p>
            <a:pPr indent="-317500" lvl="0" marL="457200" rtl="0" algn="l">
              <a:spcBef>
                <a:spcPts val="360"/>
              </a:spcBef>
              <a:spcAft>
                <a:spcPts val="0"/>
              </a:spcAft>
              <a:buClr>
                <a:schemeClr val="dk1"/>
              </a:buClr>
              <a:buSzPts val="1400"/>
              <a:buFont typeface="Arial"/>
              <a:buChar char="-"/>
            </a:pPr>
            <a:r>
              <a:rPr lang="de-DE"/>
              <a:t>Code: </a:t>
            </a:r>
            <a:r>
              <a:rPr lang="de-DE" sz="1100" u="sng">
                <a:solidFill>
                  <a:schemeClr val="hlink"/>
                </a:solidFill>
                <a:hlinkClick r:id="rId3"/>
              </a:rPr>
              <a:t>AMB</a:t>
            </a:r>
            <a:r>
              <a:rPr lang="de-DE"/>
              <a:t>, Display: ambulatory</a:t>
            </a:r>
            <a:endParaRPr/>
          </a:p>
          <a:p>
            <a:pPr indent="-317500" lvl="0" marL="457200" rtl="0" algn="l">
              <a:spcBef>
                <a:spcPts val="0"/>
              </a:spcBef>
              <a:spcAft>
                <a:spcPts val="0"/>
              </a:spcAft>
              <a:buClr>
                <a:schemeClr val="dk1"/>
              </a:buClr>
              <a:buSzPts val="1400"/>
              <a:buFont typeface="Arial"/>
              <a:buChar char="-"/>
            </a:pPr>
            <a:r>
              <a:rPr lang="de-DE"/>
              <a:t>Code: </a:t>
            </a:r>
            <a:r>
              <a:rPr lang="de-DE" sz="1100" u="sng">
                <a:solidFill>
                  <a:schemeClr val="hlink"/>
                </a:solidFill>
                <a:hlinkClick r:id="rId4"/>
              </a:rPr>
              <a:t>IMP</a:t>
            </a:r>
            <a:r>
              <a:rPr lang="de-DE"/>
              <a:t>, Display: inpatient encounter</a:t>
            </a:r>
            <a:endParaRPr/>
          </a:p>
          <a:p>
            <a:pPr indent="-317500" lvl="0" marL="457200" rtl="0" algn="l">
              <a:spcBef>
                <a:spcPts val="0"/>
              </a:spcBef>
              <a:spcAft>
                <a:spcPts val="0"/>
              </a:spcAft>
              <a:buClr>
                <a:schemeClr val="dk1"/>
              </a:buClr>
              <a:buSzPts val="1400"/>
              <a:buFont typeface="Arial"/>
              <a:buChar char="-"/>
            </a:pPr>
            <a:r>
              <a:rPr lang="de-DE"/>
              <a:t>etc.</a:t>
            </a:r>
            <a:endParaRPr/>
          </a:p>
          <a:p>
            <a:pPr indent="0" lvl="0" marL="0" rtl="0" algn="l">
              <a:spcBef>
                <a:spcPts val="360"/>
              </a:spcBef>
              <a:spcAft>
                <a:spcPts val="0"/>
              </a:spcAft>
              <a:buClr>
                <a:schemeClr val="dk1"/>
              </a:buClr>
              <a:buSzPts val="1200"/>
              <a:buFont typeface="Arial"/>
              <a:buNone/>
            </a:pPr>
            <a:r>
              <a:rPr lang="de-DE"/>
              <a:t>Here, the code is "AMB," so it is an outpatient case.</a:t>
            </a:r>
            <a:endParaRPr/>
          </a:p>
          <a:p>
            <a:pPr indent="0" lvl="0" marL="0" rtl="0" algn="l">
              <a:spcBef>
                <a:spcPts val="360"/>
              </a:spcBef>
              <a:spcAft>
                <a:spcPts val="0"/>
              </a:spcAft>
              <a:buClr>
                <a:schemeClr val="dk1"/>
              </a:buClr>
              <a:buSzPts val="1100"/>
              <a:buFont typeface="Arial"/>
              <a:buNone/>
            </a:pPr>
            <a:r>
              <a:rPr b="1" lang="de-DE"/>
              <a:t>Important: </a:t>
            </a:r>
            <a:r>
              <a:rPr lang="de-DE"/>
              <a:t>The identifier is not equivalent to the ID of a resource. Here, the identifier is the admission number! The ID is automatically transferred by the FHIR server. The identifier is the unique identifier of the case.</a:t>
            </a:r>
            <a:endParaRPr/>
          </a:p>
        </p:txBody>
      </p:sp>
      <p:sp>
        <p:nvSpPr>
          <p:cNvPr id="119" name="Google Shape;119;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360"/>
              </a:spcBef>
              <a:spcAft>
                <a:spcPts val="0"/>
              </a:spcAft>
              <a:buClr>
                <a:schemeClr val="dk1"/>
              </a:buClr>
              <a:buSzPts val="1200"/>
              <a:buFont typeface="Arial"/>
              <a:buNone/>
            </a:pPr>
            <a:r>
              <a:t/>
            </a:r>
            <a:endParaRPr/>
          </a:p>
        </p:txBody>
      </p:sp>
      <p:sp>
        <p:nvSpPr>
          <p:cNvPr id="134" name="Google Shape;134;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360"/>
              </a:spcBef>
              <a:spcAft>
                <a:spcPts val="0"/>
              </a:spcAft>
              <a:buClr>
                <a:schemeClr val="dk1"/>
              </a:buClr>
              <a:buSzPts val="1200"/>
              <a:buFont typeface="Arial"/>
              <a:buNone/>
            </a:pPr>
            <a:r>
              <a:t/>
            </a:r>
            <a:endParaRPr/>
          </a:p>
        </p:txBody>
      </p:sp>
      <p:sp>
        <p:nvSpPr>
          <p:cNvPr id="143" name="Google Shape;143;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360"/>
              </a:spcBef>
              <a:spcAft>
                <a:spcPts val="0"/>
              </a:spcAft>
              <a:buClr>
                <a:schemeClr val="dk1"/>
              </a:buClr>
              <a:buSzPts val="1200"/>
              <a:buFont typeface="Arial"/>
              <a:buNone/>
            </a:pPr>
            <a:r>
              <a:t/>
            </a:r>
            <a:endParaRPr/>
          </a:p>
        </p:txBody>
      </p:sp>
      <p:sp>
        <p:nvSpPr>
          <p:cNvPr id="151" name="Google Shape;151;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360"/>
              </a:spcBef>
              <a:spcAft>
                <a:spcPts val="0"/>
              </a:spcAft>
              <a:buClr>
                <a:schemeClr val="dk1"/>
              </a:buClr>
              <a:buSzPts val="1200"/>
              <a:buFont typeface="Arial"/>
              <a:buNone/>
            </a:pPr>
            <a:r>
              <a:rPr lang="de-DE"/>
              <a:t>The mapping in the Mirth Connect Transformer has a special syntax. </a:t>
            </a:r>
            <a:endParaRPr/>
          </a:p>
          <a:p>
            <a:pPr indent="0" lvl="0" marL="0" rtl="0" algn="l">
              <a:spcBef>
                <a:spcPts val="360"/>
              </a:spcBef>
              <a:spcAft>
                <a:spcPts val="0"/>
              </a:spcAft>
              <a:buClr>
                <a:schemeClr val="dk1"/>
              </a:buClr>
              <a:buSzPts val="1200"/>
              <a:buFont typeface="Arial"/>
              <a:buNone/>
            </a:pPr>
            <a:r>
              <a:rPr lang="de-DE"/>
              <a:t>Here, the syntax for the input CSV is explained using the example "deceasedBoolean."</a:t>
            </a:r>
            <a:endParaRPr/>
          </a:p>
          <a:p>
            <a:pPr indent="0" lvl="0" marL="0" rtl="0" algn="l">
              <a:spcBef>
                <a:spcPts val="360"/>
              </a:spcBef>
              <a:spcAft>
                <a:spcPts val="0"/>
              </a:spcAft>
              <a:buClr>
                <a:schemeClr val="dk1"/>
              </a:buClr>
              <a:buSzPts val="1200"/>
              <a:buFont typeface="Arial"/>
              <a:buNone/>
            </a:pPr>
            <a:r>
              <a:rPr b="1" lang="de-DE"/>
              <a:t>msg[‘row’][0] </a:t>
            </a:r>
            <a:r>
              <a:rPr lang="de-DE"/>
              <a:t>remains at the front for all Transformer steps:</a:t>
            </a:r>
            <a:endParaRPr/>
          </a:p>
          <a:p>
            <a:pPr indent="-317500" lvl="0" marL="457200" rtl="0" algn="l">
              <a:spcBef>
                <a:spcPts val="360"/>
              </a:spcBef>
              <a:spcAft>
                <a:spcPts val="0"/>
              </a:spcAft>
              <a:buClr>
                <a:schemeClr val="dk1"/>
              </a:buClr>
              <a:buSzPts val="1400"/>
              <a:buFont typeface="Arial"/>
              <a:buChar char="-"/>
            </a:pPr>
            <a:r>
              <a:rPr b="1" lang="de-DE"/>
              <a:t>msg</a:t>
            </a:r>
            <a:r>
              <a:rPr lang="de-DE"/>
              <a:t>: Our input CSV that is read in</a:t>
            </a:r>
            <a:endParaRPr/>
          </a:p>
          <a:p>
            <a:pPr indent="-317500" lvl="0" marL="457200" rtl="0" algn="l">
              <a:spcBef>
                <a:spcPts val="0"/>
              </a:spcBef>
              <a:spcAft>
                <a:spcPts val="0"/>
              </a:spcAft>
              <a:buClr>
                <a:schemeClr val="dk1"/>
              </a:buClr>
              <a:buSzPts val="1400"/>
              <a:buFont typeface="Arial"/>
              <a:buChar char="-"/>
            </a:pPr>
            <a:r>
              <a:rPr b="1" lang="de-DE"/>
              <a:t>['row']</a:t>
            </a:r>
            <a:r>
              <a:rPr lang="de-DE"/>
              <a:t>: The CSV is structured (see image) into a list of all rows in Mirth-Connect</a:t>
            </a:r>
            <a:endParaRPr/>
          </a:p>
          <a:p>
            <a:pPr indent="-317500" lvl="1" marL="914400" rtl="0" algn="l">
              <a:spcBef>
                <a:spcPts val="0"/>
              </a:spcBef>
              <a:spcAft>
                <a:spcPts val="0"/>
              </a:spcAft>
              <a:buClr>
                <a:schemeClr val="dk1"/>
              </a:buClr>
              <a:buSzPts val="1400"/>
              <a:buFont typeface="Arial"/>
              <a:buChar char="-"/>
            </a:pPr>
            <a:r>
              <a:rPr lang="de-DE"/>
              <a:t>When you expand a row, you can see all column attributes (see image) </a:t>
            </a:r>
            <a:endParaRPr/>
          </a:p>
          <a:p>
            <a:pPr indent="-317500" lvl="0" marL="457200" rtl="0" algn="l">
              <a:spcBef>
                <a:spcPts val="0"/>
              </a:spcBef>
              <a:spcAft>
                <a:spcPts val="0"/>
              </a:spcAft>
              <a:buClr>
                <a:schemeClr val="dk1"/>
              </a:buClr>
              <a:buSzPts val="1400"/>
              <a:buFont typeface="Arial"/>
              <a:buChar char="-"/>
            </a:pPr>
            <a:r>
              <a:rPr b="1" lang="de-DE"/>
              <a:t>[0]</a:t>
            </a:r>
            <a:r>
              <a:rPr lang="de-DE"/>
              <a:t>: Shows that we are reading the values of the first row </a:t>
            </a:r>
            <a:endParaRPr/>
          </a:p>
          <a:p>
            <a:pPr indent="-317500" lvl="1" marL="914400" rtl="0" algn="l">
              <a:spcBef>
                <a:spcPts val="0"/>
              </a:spcBef>
              <a:spcAft>
                <a:spcPts val="0"/>
              </a:spcAft>
              <a:buClr>
                <a:schemeClr val="dk1"/>
              </a:buClr>
              <a:buSzPts val="1400"/>
              <a:buFont typeface="Arial"/>
              <a:buChar char="-"/>
            </a:pPr>
            <a:r>
              <a:rPr lang="de-DE"/>
              <a:t>Mapping one row (0) is sufficient!</a:t>
            </a:r>
            <a:endParaRPr/>
          </a:p>
          <a:p>
            <a:pPr indent="-317500" lvl="1" marL="914400" rtl="0" algn="l">
              <a:spcBef>
                <a:spcPts val="0"/>
              </a:spcBef>
              <a:spcAft>
                <a:spcPts val="0"/>
              </a:spcAft>
              <a:buClr>
                <a:schemeClr val="dk1"/>
              </a:buClr>
              <a:buSzPts val="1400"/>
              <a:buFont typeface="Arial"/>
              <a:buChar char="-"/>
            </a:pPr>
            <a:r>
              <a:rPr lang="de-DE"/>
              <a:t>Mirth-Connect iterates through the other rows itself </a:t>
            </a:r>
            <a:endParaRPr/>
          </a:p>
          <a:p>
            <a:pPr indent="0" lvl="0" marL="0" rtl="0" algn="l">
              <a:spcBef>
                <a:spcPts val="360"/>
              </a:spcBef>
              <a:spcAft>
                <a:spcPts val="0"/>
              </a:spcAft>
              <a:buClr>
                <a:schemeClr val="dk1"/>
              </a:buClr>
              <a:buSzPts val="1200"/>
              <a:buFont typeface="Arial"/>
              <a:buNone/>
            </a:pPr>
            <a:r>
              <a:rPr b="1" lang="de-DE"/>
              <a:t>[‘deceasedBoolean’] </a:t>
            </a:r>
            <a:r>
              <a:rPr lang="de-DE"/>
              <a:t>now specifies our target variable to be mapped</a:t>
            </a:r>
            <a:endParaRPr/>
          </a:p>
          <a:p>
            <a:pPr indent="-317500" lvl="0" marL="457200" rtl="0" algn="l">
              <a:spcBef>
                <a:spcPts val="360"/>
              </a:spcBef>
              <a:spcAft>
                <a:spcPts val="0"/>
              </a:spcAft>
              <a:buClr>
                <a:schemeClr val="dk1"/>
              </a:buClr>
              <a:buSzPts val="1400"/>
              <a:buFont typeface="Arial"/>
              <a:buChar char="-"/>
            </a:pPr>
            <a:r>
              <a:rPr lang="de-DE"/>
              <a:t>This must be changed depending on the attribute to be mapped</a:t>
            </a:r>
            <a:endParaRPr/>
          </a:p>
          <a:p>
            <a:pPr indent="0" lvl="0" marL="0" rtl="0" algn="l">
              <a:spcBef>
                <a:spcPts val="360"/>
              </a:spcBef>
              <a:spcAft>
                <a:spcPts val="0"/>
              </a:spcAft>
              <a:buClr>
                <a:schemeClr val="dk1"/>
              </a:buClr>
              <a:buSzPts val="1200"/>
              <a:buFont typeface="Arial"/>
              <a:buNone/>
            </a:pPr>
            <a:r>
              <a:rPr b="1" lang="de-DE"/>
              <a:t>.toString() </a:t>
            </a:r>
            <a:r>
              <a:rPr lang="de-DE"/>
              <a:t>remains at the end of all transformer steps:</a:t>
            </a:r>
            <a:endParaRPr/>
          </a:p>
          <a:p>
            <a:pPr indent="-317500" lvl="0" marL="457200" rtl="0" algn="l">
              <a:spcBef>
                <a:spcPts val="360"/>
              </a:spcBef>
              <a:spcAft>
                <a:spcPts val="0"/>
              </a:spcAft>
              <a:buClr>
                <a:schemeClr val="dk1"/>
              </a:buClr>
              <a:buSzPts val="1400"/>
              <a:buFont typeface="Arial"/>
              <a:buChar char="-"/>
            </a:pPr>
            <a:r>
              <a:rPr lang="de-DE"/>
              <a:t>This saves the previously defined target variable as text</a:t>
            </a:r>
            <a:endParaRPr/>
          </a:p>
          <a:p>
            <a:pPr indent="-317500" lvl="0" marL="457200" rtl="0" algn="l">
              <a:spcBef>
                <a:spcPts val="0"/>
              </a:spcBef>
              <a:spcAft>
                <a:spcPts val="0"/>
              </a:spcAft>
              <a:buClr>
                <a:schemeClr val="dk1"/>
              </a:buClr>
              <a:buSzPts val="1400"/>
              <a:buFont typeface="Arial"/>
              <a:buChar char="-"/>
            </a:pPr>
            <a:r>
              <a:rPr lang="de-DE"/>
              <a:t>Data or numbers should also have a .toString()!</a:t>
            </a:r>
            <a:endParaRPr/>
          </a:p>
          <a:p>
            <a:pPr indent="-317500" lvl="0" marL="457200" rtl="0" algn="l">
              <a:spcBef>
                <a:spcPts val="0"/>
              </a:spcBef>
              <a:spcAft>
                <a:spcPts val="0"/>
              </a:spcAft>
              <a:buClr>
                <a:schemeClr val="dk1"/>
              </a:buClr>
              <a:buSzPts val="1400"/>
              <a:buFont typeface="Arial"/>
              <a:buChar char="-"/>
            </a:pPr>
            <a:r>
              <a:rPr lang="de-DE"/>
              <a:t>This is because we write the target variable into the FHIR message template, which is a JSON text</a:t>
            </a:r>
            <a:endParaRPr/>
          </a:p>
          <a:p>
            <a:pPr indent="0" lvl="0" marL="0" rtl="0" algn="l">
              <a:spcBef>
                <a:spcPts val="360"/>
              </a:spcBef>
              <a:spcAft>
                <a:spcPts val="0"/>
              </a:spcAft>
              <a:buClr>
                <a:schemeClr val="dk1"/>
              </a:buClr>
              <a:buSzPts val="1200"/>
              <a:buFont typeface="Arial"/>
              <a:buNone/>
            </a:pPr>
            <a:r>
              <a:t/>
            </a:r>
            <a:endParaRPr/>
          </a:p>
          <a:p>
            <a:pPr indent="0" lvl="0" marL="0" rtl="0" algn="l">
              <a:spcBef>
                <a:spcPts val="360"/>
              </a:spcBef>
              <a:spcAft>
                <a:spcPts val="0"/>
              </a:spcAft>
              <a:buClr>
                <a:schemeClr val="dk1"/>
              </a:buClr>
              <a:buSzPts val="1200"/>
              <a:buFont typeface="Arial"/>
              <a:buNone/>
            </a:pPr>
            <a:r>
              <a:t/>
            </a:r>
            <a:endParaRPr/>
          </a:p>
        </p:txBody>
      </p:sp>
      <p:sp>
        <p:nvSpPr>
          <p:cNvPr id="165" name="Google Shape;165;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360"/>
              </a:spcBef>
              <a:spcAft>
                <a:spcPts val="0"/>
              </a:spcAft>
              <a:buClr>
                <a:schemeClr val="dk1"/>
              </a:buClr>
              <a:buSzPts val="1100"/>
              <a:buFont typeface="Arial"/>
              <a:buNone/>
            </a:pPr>
            <a:r>
              <a:rPr lang="de-DE"/>
              <a:t>The mapping in the Mirth Connect Transformer has a special syntax. </a:t>
            </a:r>
            <a:endParaRPr/>
          </a:p>
          <a:p>
            <a:pPr indent="0" lvl="0" marL="0" rtl="0" algn="l">
              <a:spcBef>
                <a:spcPts val="360"/>
              </a:spcBef>
              <a:spcAft>
                <a:spcPts val="0"/>
              </a:spcAft>
              <a:buClr>
                <a:schemeClr val="dk1"/>
              </a:buClr>
              <a:buSzPts val="1200"/>
              <a:buFont typeface="Arial"/>
              <a:buNone/>
            </a:pPr>
            <a:r>
              <a:rPr lang="de-DE"/>
              <a:t>Here, the syntax for the output FHIR message template, which is subsequently sent to a FHIR server,</a:t>
            </a:r>
            <a:endParaRPr/>
          </a:p>
          <a:p>
            <a:pPr indent="0" lvl="0" marL="0" rtl="0" algn="l">
              <a:spcBef>
                <a:spcPts val="360"/>
              </a:spcBef>
              <a:spcAft>
                <a:spcPts val="0"/>
              </a:spcAft>
              <a:buClr>
                <a:schemeClr val="dk1"/>
              </a:buClr>
              <a:buSzPts val="1100"/>
              <a:buFont typeface="Arial"/>
              <a:buNone/>
            </a:pPr>
            <a:r>
              <a:rPr lang="de-DE"/>
              <a:t>using the example "deceasedBoolean."</a:t>
            </a:r>
            <a:endParaRPr/>
          </a:p>
          <a:p>
            <a:pPr indent="0" lvl="0" marL="0" rtl="0" algn="l">
              <a:spcBef>
                <a:spcPts val="360"/>
              </a:spcBef>
              <a:spcAft>
                <a:spcPts val="0"/>
              </a:spcAft>
              <a:buClr>
                <a:schemeClr val="dk1"/>
              </a:buClr>
              <a:buSzPts val="1100"/>
              <a:buFont typeface="Arial"/>
              <a:buNone/>
            </a:pPr>
            <a:r>
              <a:rPr b="1" lang="de-DE"/>
              <a:t>tmp[‘entry’][0][‘resource’] </a:t>
            </a:r>
            <a:r>
              <a:rPr lang="de-DE"/>
              <a:t>remains at the front in the Transformer steps:</a:t>
            </a:r>
            <a:endParaRPr/>
          </a:p>
          <a:p>
            <a:pPr indent="-317500" lvl="0" marL="457200" rtl="0" algn="l">
              <a:spcBef>
                <a:spcPts val="360"/>
              </a:spcBef>
              <a:spcAft>
                <a:spcPts val="0"/>
              </a:spcAft>
              <a:buClr>
                <a:schemeClr val="dk1"/>
              </a:buClr>
              <a:buSzPts val="1400"/>
              <a:buFont typeface="Arial"/>
              <a:buChar char="-"/>
            </a:pPr>
            <a:r>
              <a:rPr b="1" lang="de-DE"/>
              <a:t>tmp</a:t>
            </a:r>
            <a:r>
              <a:rPr lang="de-DE"/>
              <a:t>: The temporary FHIR message template that is to be filled</a:t>
            </a:r>
            <a:endParaRPr/>
          </a:p>
          <a:p>
            <a:pPr indent="-317500" lvl="0" marL="457200" rtl="0" algn="l">
              <a:spcBef>
                <a:spcPts val="0"/>
              </a:spcBef>
              <a:spcAft>
                <a:spcPts val="0"/>
              </a:spcAft>
              <a:buClr>
                <a:schemeClr val="dk1"/>
              </a:buClr>
              <a:buSzPts val="1400"/>
              <a:buFont typeface="Arial"/>
              <a:buChar char="-"/>
            </a:pPr>
            <a:r>
              <a:rPr b="1" lang="de-DE"/>
              <a:t>[‘entry’]</a:t>
            </a:r>
            <a:r>
              <a:rPr lang="de-DE"/>
              <a:t>: A FHIR message always consists of an entry containing the attributes of the patient/case</a:t>
            </a:r>
            <a:endParaRPr/>
          </a:p>
          <a:p>
            <a:pPr indent="-317500" lvl="0" marL="457200" rtl="0" algn="l">
              <a:spcBef>
                <a:spcPts val="0"/>
              </a:spcBef>
              <a:spcAft>
                <a:spcPts val="0"/>
              </a:spcAft>
              <a:buClr>
                <a:schemeClr val="dk1"/>
              </a:buClr>
              <a:buSzPts val="1400"/>
              <a:buFont typeface="Arial"/>
              <a:buChar char="-"/>
            </a:pPr>
            <a:r>
              <a:rPr b="1" lang="de-DE"/>
              <a:t>[0]</a:t>
            </a:r>
            <a:r>
              <a:rPr lang="de-DE"/>
              <a:t>: Since our FHIR message template only consists of one patient/case, we only take the first entry (in computer science, counting starts at 0)</a:t>
            </a:r>
            <a:endParaRPr/>
          </a:p>
          <a:p>
            <a:pPr indent="-317500" lvl="0" marL="457200" rtl="0" algn="l">
              <a:spcBef>
                <a:spcPts val="0"/>
              </a:spcBef>
              <a:spcAft>
                <a:spcPts val="0"/>
              </a:spcAft>
              <a:buClr>
                <a:schemeClr val="dk1"/>
              </a:buClr>
              <a:buSzPts val="1400"/>
              <a:buFont typeface="Arial"/>
              <a:buChar char="-"/>
            </a:pPr>
            <a:r>
              <a:rPr b="1" lang="de-DE"/>
              <a:t>[‘resource’]: </a:t>
            </a:r>
            <a:r>
              <a:rPr lang="de-DE"/>
              <a:t>Each entry consists of a “resource” and “request” (see image) </a:t>
            </a:r>
            <a:endParaRPr/>
          </a:p>
          <a:p>
            <a:pPr indent="-317500" lvl="1" marL="914400" rtl="0" algn="l">
              <a:spcBef>
                <a:spcPts val="0"/>
              </a:spcBef>
              <a:spcAft>
                <a:spcPts val="0"/>
              </a:spcAft>
              <a:buClr>
                <a:schemeClr val="dk1"/>
              </a:buClr>
              <a:buSzPts val="1400"/>
              <a:buFont typeface="Arial"/>
              <a:buChar char="-"/>
            </a:pPr>
            <a:r>
              <a:rPr lang="de-DE"/>
              <a:t>Resource: Data structure containing the attributes =&amp;gt; These attributes must be mapped!</a:t>
            </a:r>
            <a:endParaRPr/>
          </a:p>
          <a:p>
            <a:pPr indent="-317500" lvl="1" marL="914400" rtl="0" algn="l">
              <a:spcBef>
                <a:spcPts val="0"/>
              </a:spcBef>
              <a:spcAft>
                <a:spcPts val="0"/>
              </a:spcAft>
              <a:buClr>
                <a:schemeClr val="dk1"/>
              </a:buClr>
              <a:buSzPts val="1400"/>
              <a:buFont typeface="Arial"/>
              <a:buChar char="-"/>
            </a:pPr>
            <a:r>
              <a:rPr lang="de-DE"/>
              <a:t>Request: </a:t>
            </a:r>
            <a:r>
              <a:rPr lang="de-DE" sz="1100"/>
              <a:t>Action associated with the resource </a:t>
            </a:r>
            <a:endParaRPr sz="1100"/>
          </a:p>
          <a:p>
            <a:pPr indent="-304800" lvl="2" marL="1371600" rtl="0" algn="l">
              <a:spcBef>
                <a:spcPts val="0"/>
              </a:spcBef>
              <a:spcAft>
                <a:spcPts val="0"/>
              </a:spcAft>
              <a:buClr>
                <a:schemeClr val="dk1"/>
              </a:buClr>
              <a:buSzPts val="1200"/>
              <a:buFont typeface="Arial"/>
              <a:buChar char="-"/>
            </a:pPr>
            <a:r>
              <a:rPr lang="de-DE"/>
              <a:t>Creating the resource in the FHIR server</a:t>
            </a:r>
            <a:endParaRPr/>
          </a:p>
          <a:p>
            <a:pPr indent="0" lvl="0" marL="0" rtl="0" algn="l">
              <a:spcBef>
                <a:spcPts val="360"/>
              </a:spcBef>
              <a:spcAft>
                <a:spcPts val="0"/>
              </a:spcAft>
              <a:buClr>
                <a:schemeClr val="dk1"/>
              </a:buClr>
              <a:buSzPts val="1100"/>
              <a:buFont typeface="Arial"/>
              <a:buNone/>
            </a:pPr>
            <a:r>
              <a:rPr b="1" lang="de-DE"/>
              <a:t>[‘deceasedBoolean’] </a:t>
            </a:r>
            <a:r>
              <a:rPr lang="de-DE"/>
              <a:t>now specifies our target variable to be mapped</a:t>
            </a:r>
            <a:endParaRPr/>
          </a:p>
          <a:p>
            <a:pPr indent="-317500" lvl="0" marL="457200" rtl="0" algn="l">
              <a:spcBef>
                <a:spcPts val="360"/>
              </a:spcBef>
              <a:spcAft>
                <a:spcPts val="0"/>
              </a:spcAft>
              <a:buClr>
                <a:schemeClr val="dk1"/>
              </a:buClr>
              <a:buSzPts val="1400"/>
              <a:buFont typeface="Arial"/>
              <a:buChar char="-"/>
            </a:pPr>
            <a:r>
              <a:rPr lang="de-DE"/>
              <a:t>This must be changed depending on the attribute to be mapped</a:t>
            </a:r>
            <a:endParaRPr/>
          </a:p>
        </p:txBody>
      </p:sp>
      <p:sp>
        <p:nvSpPr>
          <p:cNvPr id="178" name="Google Shape;178;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360"/>
              </a:spcBef>
              <a:spcAft>
                <a:spcPts val="0"/>
              </a:spcAft>
              <a:buClr>
                <a:schemeClr val="dk1"/>
              </a:buClr>
              <a:buSzPts val="1200"/>
              <a:buFont typeface="Arial"/>
              <a:buNone/>
            </a:pPr>
            <a:r>
              <a:t/>
            </a:r>
            <a:endParaRPr/>
          </a:p>
        </p:txBody>
      </p:sp>
      <p:sp>
        <p:nvSpPr>
          <p:cNvPr id="191" name="Google Shape;191;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de-DE"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360"/>
              </a:spcBef>
              <a:spcAft>
                <a:spcPts val="0"/>
              </a:spcAft>
              <a:buClr>
                <a:schemeClr val="dk1"/>
              </a:buClr>
              <a:buSzPts val="1200"/>
              <a:buFont typeface="Arial"/>
              <a:buNone/>
            </a:pPr>
            <a:r>
              <a:rPr lang="de-DE"/>
              <a:t>Screenshot of </a:t>
            </a:r>
            <a:r>
              <a:rPr b="1" lang="de-DE"/>
              <a:t>the Patient Transformer </a:t>
            </a:r>
            <a:r>
              <a:rPr lang="de-DE"/>
              <a:t>in Mirth-Connect:</a:t>
            </a:r>
            <a:endParaRPr/>
          </a:p>
          <a:p>
            <a:pPr indent="-317500" lvl="0" marL="457200" rtl="0" algn="l">
              <a:spcBef>
                <a:spcPts val="360"/>
              </a:spcBef>
              <a:spcAft>
                <a:spcPts val="0"/>
              </a:spcAft>
              <a:buClr>
                <a:schemeClr val="dk1"/>
              </a:buClr>
              <a:buSzPts val="1400"/>
              <a:buFont typeface="Arial"/>
              <a:buChar char="-"/>
            </a:pPr>
            <a:r>
              <a:rPr lang="de-DE"/>
              <a:t>Individual Transformer steps with type: </a:t>
            </a:r>
            <a:r>
              <a:rPr b="1" lang="de-DE"/>
              <a:t>"</a:t>
            </a:r>
            <a:r>
              <a:rPr b="1" lang="de-DE">
                <a:solidFill>
                  <a:srgbClr val="FF5451"/>
                </a:solidFill>
              </a:rPr>
              <a:t>Message Builder</a:t>
            </a:r>
            <a:r>
              <a:rPr b="1" lang="de-DE"/>
              <a:t>"</a:t>
            </a:r>
            <a:endParaRPr b="1"/>
          </a:p>
          <a:p>
            <a:pPr indent="0" lvl="0" marL="0" rtl="0" algn="l">
              <a:spcBef>
                <a:spcPts val="360"/>
              </a:spcBef>
              <a:spcAft>
                <a:spcPts val="0"/>
              </a:spcAft>
              <a:buClr>
                <a:schemeClr val="dk1"/>
              </a:buClr>
              <a:buSzPts val="1200"/>
              <a:buFont typeface="Arial"/>
              <a:buNone/>
            </a:pPr>
            <a:r>
              <a:rPr lang="de-DE"/>
              <a:t>First red circle: Step identifier_value -&amp;gt; Maps the attribute identifier_value to FHIR</a:t>
            </a:r>
            <a:endParaRPr/>
          </a:p>
          <a:p>
            <a:pPr indent="0" lvl="0" marL="0" rtl="0" algn="l">
              <a:spcBef>
                <a:spcPts val="360"/>
              </a:spcBef>
              <a:spcAft>
                <a:spcPts val="0"/>
              </a:spcAft>
              <a:buClr>
                <a:schemeClr val="dk1"/>
              </a:buClr>
              <a:buSzPts val="1200"/>
              <a:buFont typeface="Arial"/>
              <a:buNone/>
            </a:pPr>
            <a:r>
              <a:rPr lang="de-DE"/>
              <a:t>Second red circle:</a:t>
            </a:r>
            <a:endParaRPr/>
          </a:p>
          <a:p>
            <a:pPr indent="-317500" lvl="0" marL="457200" rtl="0" algn="l">
              <a:spcBef>
                <a:spcPts val="360"/>
              </a:spcBef>
              <a:spcAft>
                <a:spcPts val="0"/>
              </a:spcAft>
              <a:buClr>
                <a:schemeClr val="dk1"/>
              </a:buClr>
              <a:buSzPts val="1400"/>
              <a:buFont typeface="Arial"/>
              <a:buChar char="-"/>
            </a:pPr>
            <a:r>
              <a:rPr b="1" lang="de-DE"/>
              <a:t>Message segment</a:t>
            </a:r>
            <a:r>
              <a:rPr lang="de-DE"/>
              <a:t>: See syntax for output FHIR message template (slide 13)</a:t>
            </a:r>
            <a:endParaRPr/>
          </a:p>
          <a:p>
            <a:pPr indent="-317500" lvl="0" marL="457200" rtl="0" algn="l">
              <a:spcBef>
                <a:spcPts val="0"/>
              </a:spcBef>
              <a:spcAft>
                <a:spcPts val="0"/>
              </a:spcAft>
              <a:buClr>
                <a:schemeClr val="dk1"/>
              </a:buClr>
              <a:buSzPts val="1400"/>
              <a:buFont typeface="Arial"/>
              <a:buChar char="-"/>
            </a:pPr>
            <a:r>
              <a:rPr b="1" lang="de-DE"/>
              <a:t>Mapping</a:t>
            </a:r>
            <a:r>
              <a:rPr lang="de-DE"/>
              <a:t>: See syntax for input CSV (slide 12)</a:t>
            </a:r>
            <a:endParaRPr/>
          </a:p>
        </p:txBody>
      </p:sp>
      <p:sp>
        <p:nvSpPr>
          <p:cNvPr id="199" name="Google Shape;199;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360"/>
              </a:spcBef>
              <a:spcAft>
                <a:spcPts val="0"/>
              </a:spcAft>
              <a:buClr>
                <a:schemeClr val="dk1"/>
              </a:buClr>
              <a:buSzPts val="1200"/>
              <a:buFont typeface="Arial"/>
              <a:buNone/>
            </a:pPr>
            <a:r>
              <a:t/>
            </a:r>
            <a:endParaRPr/>
          </a:p>
        </p:txBody>
      </p:sp>
      <p:sp>
        <p:nvSpPr>
          <p:cNvPr id="209" name="Google Shape;209;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360"/>
              </a:spcBef>
              <a:spcAft>
                <a:spcPts val="0"/>
              </a:spcAft>
              <a:buClr>
                <a:schemeClr val="dk1"/>
              </a:buClr>
              <a:buSzPts val="1200"/>
              <a:buFont typeface="Arial"/>
              <a:buNone/>
            </a:pPr>
            <a:r>
              <a:t/>
            </a:r>
            <a:endParaRPr/>
          </a:p>
        </p:txBody>
      </p:sp>
      <p:sp>
        <p:nvSpPr>
          <p:cNvPr id="217" name="Google Shape;217;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de-DE"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360"/>
              </a:spcBef>
              <a:spcAft>
                <a:spcPts val="0"/>
              </a:spcAft>
              <a:buClr>
                <a:schemeClr val="dk1"/>
              </a:buClr>
              <a:buSzPts val="1200"/>
              <a:buFont typeface="Arial"/>
              <a:buNone/>
            </a:pPr>
            <a:r>
              <a:t/>
            </a:r>
            <a:endParaRPr/>
          </a:p>
        </p:txBody>
      </p:sp>
      <p:sp>
        <p:nvSpPr>
          <p:cNvPr id="225" name="Google Shape;225;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folie">
  <p:cSld name="Titelfolie">
    <p:spTree>
      <p:nvGrpSpPr>
        <p:cNvPr id="12" name="Shape 12"/>
        <p:cNvGrpSpPr/>
        <p:nvPr/>
      </p:nvGrpSpPr>
      <p:grpSpPr>
        <a:xfrm>
          <a:off x="0" y="0"/>
          <a:ext cx="0" cy="0"/>
          <a:chOff x="0" y="0"/>
          <a:chExt cx="0" cy="0"/>
        </a:xfrm>
      </p:grpSpPr>
      <p:pic>
        <p:nvPicPr>
          <p:cNvPr descr="/Volumes/Daten/Uni_Leipzig/1_Corporate_Design/17_351_UniLE_MF_Aktualisierung CD-Handbuch/Grafik/Produktion/Datenvorlagen/_UniLE_MF_Marke/MF_Marke/180504_Medizinische_Fakultaet.jpg" id="13" name="Google Shape;13;p21"/>
          <p:cNvPicPr preferRelativeResize="0"/>
          <p:nvPr/>
        </p:nvPicPr>
        <p:blipFill rotWithShape="1">
          <a:blip r:embed="rId2">
            <a:alphaModFix/>
          </a:blip>
          <a:srcRect b="0" l="0" r="0" t="0"/>
          <a:stretch/>
        </p:blipFill>
        <p:spPr>
          <a:xfrm>
            <a:off x="-17459" y="25412"/>
            <a:ext cx="4535035" cy="2063997"/>
          </a:xfrm>
          <a:prstGeom prst="rect">
            <a:avLst/>
          </a:prstGeom>
          <a:noFill/>
          <a:ln>
            <a:noFill/>
          </a:ln>
        </p:spPr>
      </p:pic>
      <p:sp>
        <p:nvSpPr>
          <p:cNvPr id="14" name="Google Shape;14;p21"/>
          <p:cNvSpPr txBox="1"/>
          <p:nvPr>
            <p:ph type="ctrTitle"/>
          </p:nvPr>
        </p:nvSpPr>
        <p:spPr>
          <a:xfrm>
            <a:off x="394250" y="2771797"/>
            <a:ext cx="10790273" cy="1983084"/>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3733">
                <a:solidFill>
                  <a:schemeClr val="dk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1"/>
          <p:cNvSpPr txBox="1"/>
          <p:nvPr>
            <p:ph idx="1" type="subTitle"/>
          </p:nvPr>
        </p:nvSpPr>
        <p:spPr>
          <a:xfrm>
            <a:off x="394249" y="2142502"/>
            <a:ext cx="8534400" cy="629295"/>
          </a:xfrm>
          <a:prstGeom prst="rect">
            <a:avLst/>
          </a:prstGeom>
          <a:noFill/>
          <a:ln>
            <a:noFill/>
          </a:ln>
        </p:spPr>
        <p:txBody>
          <a:bodyPr anchorCtr="0" anchor="b" bIns="45700" lIns="91425" spcFirstLastPara="1" rIns="91425" wrap="square" tIns="45700">
            <a:noAutofit/>
          </a:bodyPr>
          <a:lstStyle>
            <a:lvl1pPr lvl="0" algn="l">
              <a:lnSpc>
                <a:spcPct val="100000"/>
              </a:lnSpc>
              <a:spcBef>
                <a:spcPts val="480"/>
              </a:spcBef>
              <a:spcAft>
                <a:spcPts val="0"/>
              </a:spcAft>
              <a:buClr>
                <a:schemeClr val="dk1"/>
              </a:buClr>
              <a:buSzPts val="1800"/>
              <a:buNone/>
              <a:defRPr sz="2400">
                <a:solidFill>
                  <a:schemeClr val="dk1"/>
                </a:solidFill>
              </a:defRPr>
            </a:lvl1pPr>
            <a:lvl2pPr lvl="1" algn="ctr">
              <a:lnSpc>
                <a:spcPct val="100000"/>
              </a:lnSpc>
              <a:spcBef>
                <a:spcPts val="480"/>
              </a:spcBef>
              <a:spcAft>
                <a:spcPts val="0"/>
              </a:spcAft>
              <a:buClr>
                <a:srgbClr val="888888"/>
              </a:buClr>
              <a:buSzPts val="1800"/>
              <a:buNone/>
              <a:defRPr>
                <a:solidFill>
                  <a:srgbClr val="888888"/>
                </a:solidFill>
              </a:defRPr>
            </a:lvl2pPr>
            <a:lvl3pPr lvl="2" algn="ctr">
              <a:lnSpc>
                <a:spcPct val="100000"/>
              </a:lnSpc>
              <a:spcBef>
                <a:spcPts val="320"/>
              </a:spcBef>
              <a:spcAft>
                <a:spcPts val="0"/>
              </a:spcAft>
              <a:buClr>
                <a:srgbClr val="888888"/>
              </a:buClr>
              <a:buSzPts val="1200"/>
              <a:buNone/>
              <a:defRPr>
                <a:solidFill>
                  <a:srgbClr val="888888"/>
                </a:solidFill>
              </a:defRPr>
            </a:lvl3pPr>
            <a:lvl4pPr lvl="3" algn="ctr">
              <a:lnSpc>
                <a:spcPct val="100000"/>
              </a:lnSpc>
              <a:spcBef>
                <a:spcPts val="320"/>
              </a:spcBef>
              <a:spcAft>
                <a:spcPts val="0"/>
              </a:spcAft>
              <a:buClr>
                <a:srgbClr val="888888"/>
              </a:buClr>
              <a:buSzPts val="1200"/>
              <a:buNone/>
              <a:defRPr>
                <a:solidFill>
                  <a:srgbClr val="888888"/>
                </a:solidFill>
              </a:defRPr>
            </a:lvl4pPr>
            <a:lvl5pPr lvl="4" algn="ctr">
              <a:lnSpc>
                <a:spcPct val="100000"/>
              </a:lnSpc>
              <a:spcBef>
                <a:spcPts val="320"/>
              </a:spcBef>
              <a:spcAft>
                <a:spcPts val="0"/>
              </a:spcAft>
              <a:buClr>
                <a:srgbClr val="888888"/>
              </a:buClr>
              <a:buSzPts val="1200"/>
              <a:buNone/>
              <a:defRPr>
                <a:solidFill>
                  <a:srgbClr val="888888"/>
                </a:solidFill>
              </a:defRPr>
            </a:lvl5pPr>
            <a:lvl6pPr lvl="5" algn="ctr">
              <a:lnSpc>
                <a:spcPct val="100000"/>
              </a:lnSpc>
              <a:spcBef>
                <a:spcPts val="533"/>
              </a:spcBef>
              <a:spcAft>
                <a:spcPts val="0"/>
              </a:spcAft>
              <a:buClr>
                <a:srgbClr val="888888"/>
              </a:buClr>
              <a:buSzPts val="2000"/>
              <a:buNone/>
              <a:defRPr>
                <a:solidFill>
                  <a:srgbClr val="888888"/>
                </a:solidFill>
              </a:defRPr>
            </a:lvl6pPr>
            <a:lvl7pPr lvl="6" algn="ctr">
              <a:lnSpc>
                <a:spcPct val="100000"/>
              </a:lnSpc>
              <a:spcBef>
                <a:spcPts val="533"/>
              </a:spcBef>
              <a:spcAft>
                <a:spcPts val="0"/>
              </a:spcAft>
              <a:buClr>
                <a:srgbClr val="888888"/>
              </a:buClr>
              <a:buSzPts val="2000"/>
              <a:buNone/>
              <a:defRPr>
                <a:solidFill>
                  <a:srgbClr val="888888"/>
                </a:solidFill>
              </a:defRPr>
            </a:lvl7pPr>
            <a:lvl8pPr lvl="7" algn="ctr">
              <a:lnSpc>
                <a:spcPct val="100000"/>
              </a:lnSpc>
              <a:spcBef>
                <a:spcPts val="533"/>
              </a:spcBef>
              <a:spcAft>
                <a:spcPts val="0"/>
              </a:spcAft>
              <a:buClr>
                <a:srgbClr val="888888"/>
              </a:buClr>
              <a:buSzPts val="2000"/>
              <a:buNone/>
              <a:defRPr>
                <a:solidFill>
                  <a:srgbClr val="888888"/>
                </a:solidFill>
              </a:defRPr>
            </a:lvl8pPr>
            <a:lvl9pPr lvl="8" algn="ctr">
              <a:lnSpc>
                <a:spcPct val="100000"/>
              </a:lnSpc>
              <a:spcBef>
                <a:spcPts val="533"/>
              </a:spcBef>
              <a:spcAft>
                <a:spcPts val="0"/>
              </a:spcAft>
              <a:buClr>
                <a:srgbClr val="888888"/>
              </a:buClr>
              <a:buSzPts val="2000"/>
              <a:buNone/>
              <a:defRPr>
                <a:solidFill>
                  <a:srgbClr val="888888"/>
                </a:solidFill>
              </a:defRPr>
            </a:lvl9pPr>
          </a:lstStyle>
          <a:p/>
        </p:txBody>
      </p:sp>
      <p:sp>
        <p:nvSpPr>
          <p:cNvPr id="16" name="Google Shape;16;p21"/>
          <p:cNvSpPr/>
          <p:nvPr>
            <p:ph idx="2" type="pic"/>
          </p:nvPr>
        </p:nvSpPr>
        <p:spPr>
          <a:xfrm>
            <a:off x="394250" y="5919049"/>
            <a:ext cx="2798129" cy="690033"/>
          </a:xfrm>
          <a:prstGeom prst="rect">
            <a:avLst/>
          </a:prstGeom>
          <a:noFill/>
          <a:ln>
            <a:noFill/>
          </a:ln>
        </p:spPr>
      </p:sp>
      <p:sp>
        <p:nvSpPr>
          <p:cNvPr id="17" name="Google Shape;17;p21"/>
          <p:cNvSpPr/>
          <p:nvPr>
            <p:ph idx="3" type="pic"/>
          </p:nvPr>
        </p:nvSpPr>
        <p:spPr>
          <a:xfrm>
            <a:off x="3271597" y="5925826"/>
            <a:ext cx="2912635" cy="690033"/>
          </a:xfrm>
          <a:prstGeom prst="rect">
            <a:avLst/>
          </a:prstGeom>
          <a:noFill/>
          <a:ln>
            <a:noFill/>
          </a:ln>
        </p:spPr>
      </p:sp>
      <p:sp>
        <p:nvSpPr>
          <p:cNvPr id="18" name="Google Shape;18;p21"/>
          <p:cNvSpPr/>
          <p:nvPr/>
        </p:nvSpPr>
        <p:spPr>
          <a:xfrm rot="348924">
            <a:off x="11294862" y="-50724"/>
            <a:ext cx="1275745" cy="7008847"/>
          </a:xfrm>
          <a:custGeom>
            <a:rect b="b" l="l" r="r" t="t"/>
            <a:pathLst>
              <a:path extrusionOk="0" h="5245637" w="781424">
                <a:moveTo>
                  <a:pt x="0" y="5245637"/>
                </a:moveTo>
                <a:lnTo>
                  <a:pt x="339503" y="0"/>
                </a:lnTo>
                <a:lnTo>
                  <a:pt x="781424" y="5149745"/>
                </a:lnTo>
                <a:lnTo>
                  <a:pt x="0" y="5245637"/>
                </a:lnTo>
                <a:close/>
              </a:path>
            </a:pathLst>
          </a:custGeom>
          <a:solidFill>
            <a:srgbClr val="008AC9"/>
          </a:solidFill>
          <a:ln cap="flat" cmpd="sng" w="9525">
            <a:solidFill>
              <a:srgbClr val="0087C8"/>
            </a:solidFill>
            <a:prstDash val="solid"/>
            <a:round/>
            <a:headEnd len="sm" w="sm" type="none"/>
            <a:tailEnd len="sm" w="sm" type="none"/>
          </a:ln>
          <a:effectLst>
            <a:outerShdw blurRad="40000" rotWithShape="0" dir="5400000" dist="23000">
              <a:srgbClr val="000000">
                <a:alpha val="34509"/>
              </a:srgbClr>
            </a:outerShdw>
          </a:effectLst>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FFFFFF"/>
              </a:solidFill>
              <a:latin typeface="Calibri"/>
              <a:ea typeface="Calibri"/>
              <a:cs typeface="Calibri"/>
              <a:sym typeface="Calibri"/>
            </a:endParaRPr>
          </a:p>
        </p:txBody>
      </p:sp>
      <p:sp>
        <p:nvSpPr>
          <p:cNvPr id="19" name="Google Shape;19;p21"/>
          <p:cNvSpPr/>
          <p:nvPr/>
        </p:nvSpPr>
        <p:spPr>
          <a:xfrm flipH="1" rot="8241572">
            <a:off x="8373961" y="4892489"/>
            <a:ext cx="4729016" cy="2851371"/>
          </a:xfrm>
          <a:custGeom>
            <a:rect b="b" l="l" r="r" t="t"/>
            <a:pathLst>
              <a:path extrusionOk="0" h="2138528" w="3546762">
                <a:moveTo>
                  <a:pt x="0" y="2138528"/>
                </a:moveTo>
                <a:lnTo>
                  <a:pt x="2310704" y="0"/>
                </a:lnTo>
                <a:lnTo>
                  <a:pt x="3546762" y="1345944"/>
                </a:lnTo>
                <a:lnTo>
                  <a:pt x="0" y="2138528"/>
                </a:lnTo>
                <a:close/>
              </a:path>
            </a:pathLst>
          </a:custGeom>
          <a:solidFill>
            <a:srgbClr val="8AC2D1">
              <a:alpha val="49411"/>
            </a:srgbClr>
          </a:solidFill>
          <a:ln>
            <a:noFill/>
          </a:ln>
          <a:effectLst>
            <a:outerShdw sx="1000" rotWithShape="0" sy="1000">
              <a:srgbClr val="000000"/>
            </a:outerShdw>
          </a:effectLst>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elen Dank!">
  <p:cSld name="Vielen Dank!">
    <p:spTree>
      <p:nvGrpSpPr>
        <p:cNvPr id="20" name="Shape 20"/>
        <p:cNvGrpSpPr/>
        <p:nvPr/>
      </p:nvGrpSpPr>
      <p:grpSpPr>
        <a:xfrm>
          <a:off x="0" y="0"/>
          <a:ext cx="0" cy="0"/>
          <a:chOff x="0" y="0"/>
          <a:chExt cx="0" cy="0"/>
        </a:xfrm>
      </p:grpSpPr>
      <p:pic>
        <p:nvPicPr>
          <p:cNvPr id="21" name="Google Shape;21;p26"/>
          <p:cNvPicPr preferRelativeResize="0"/>
          <p:nvPr/>
        </p:nvPicPr>
        <p:blipFill rotWithShape="1">
          <a:blip r:embed="rId2">
            <a:alphaModFix/>
          </a:blip>
          <a:srcRect b="0" l="0" r="0" t="0"/>
          <a:stretch/>
        </p:blipFill>
        <p:spPr>
          <a:xfrm>
            <a:off x="0" y="6791"/>
            <a:ext cx="4572000" cy="1923168"/>
          </a:xfrm>
          <a:prstGeom prst="rect">
            <a:avLst/>
          </a:prstGeom>
          <a:noFill/>
          <a:ln>
            <a:noFill/>
          </a:ln>
        </p:spPr>
      </p:pic>
      <p:sp>
        <p:nvSpPr>
          <p:cNvPr id="22" name="Google Shape;22;p26"/>
          <p:cNvSpPr txBox="1"/>
          <p:nvPr>
            <p:ph type="ctrTitle"/>
          </p:nvPr>
        </p:nvSpPr>
        <p:spPr>
          <a:xfrm>
            <a:off x="487327" y="2771797"/>
            <a:ext cx="10646396" cy="750337"/>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3733">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6"/>
          <p:cNvSpPr txBox="1"/>
          <p:nvPr>
            <p:ph idx="1" type="body"/>
          </p:nvPr>
        </p:nvSpPr>
        <p:spPr>
          <a:xfrm>
            <a:off x="487326" y="3779521"/>
            <a:ext cx="6229563" cy="2463236"/>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93"/>
              </a:spcBef>
              <a:spcAft>
                <a:spcPts val="0"/>
              </a:spcAft>
              <a:buClr>
                <a:schemeClr val="dk1"/>
              </a:buClr>
              <a:buSzPts val="1100"/>
              <a:buNone/>
              <a:defRPr sz="1467">
                <a:solidFill>
                  <a:schemeClr val="dk1"/>
                </a:solidFill>
              </a:defRPr>
            </a:lvl1pPr>
            <a:lvl2pPr indent="-228600" lvl="1" marL="914400" algn="l">
              <a:lnSpc>
                <a:spcPct val="100000"/>
              </a:lnSpc>
              <a:spcBef>
                <a:spcPts val="293"/>
              </a:spcBef>
              <a:spcAft>
                <a:spcPts val="0"/>
              </a:spcAft>
              <a:buClr>
                <a:schemeClr val="dk1"/>
              </a:buClr>
              <a:buSzPts val="1100"/>
              <a:buNone/>
              <a:defRPr sz="1467">
                <a:solidFill>
                  <a:schemeClr val="dk1"/>
                </a:solidFill>
              </a:defRPr>
            </a:lvl2pPr>
            <a:lvl3pPr indent="-228600" lvl="2" marL="1371600" algn="l">
              <a:lnSpc>
                <a:spcPct val="100000"/>
              </a:lnSpc>
              <a:spcBef>
                <a:spcPts val="480"/>
              </a:spcBef>
              <a:spcAft>
                <a:spcPts val="0"/>
              </a:spcAft>
              <a:buClr>
                <a:schemeClr val="dk1"/>
              </a:buClr>
              <a:buSzPts val="1800"/>
              <a:buNone/>
              <a:defRPr sz="2400"/>
            </a:lvl3pPr>
            <a:lvl4pPr indent="-228600" lvl="3" marL="1828800" algn="l">
              <a:lnSpc>
                <a:spcPct val="100000"/>
              </a:lnSpc>
              <a:spcBef>
                <a:spcPts val="427"/>
              </a:spcBef>
              <a:spcAft>
                <a:spcPts val="0"/>
              </a:spcAft>
              <a:buClr>
                <a:schemeClr val="dk1"/>
              </a:buClr>
              <a:buSzPts val="1600"/>
              <a:buNone/>
              <a:defRPr sz="2133"/>
            </a:lvl4pPr>
            <a:lvl5pPr indent="-228600" lvl="4" marL="2286000" algn="l">
              <a:lnSpc>
                <a:spcPct val="100000"/>
              </a:lnSpc>
              <a:spcBef>
                <a:spcPts val="427"/>
              </a:spcBef>
              <a:spcAft>
                <a:spcPts val="0"/>
              </a:spcAft>
              <a:buClr>
                <a:schemeClr val="dk1"/>
              </a:buClr>
              <a:buSzPts val="1600"/>
              <a:buNone/>
              <a:defRPr sz="2133"/>
            </a:lvl5pPr>
            <a:lvl6pPr indent="-330200" lvl="5" marL="2743200" algn="l">
              <a:lnSpc>
                <a:spcPct val="100000"/>
              </a:lnSpc>
              <a:spcBef>
                <a:spcPts val="427"/>
              </a:spcBef>
              <a:spcAft>
                <a:spcPts val="0"/>
              </a:spcAft>
              <a:buClr>
                <a:schemeClr val="dk1"/>
              </a:buClr>
              <a:buSzPts val="1600"/>
              <a:buChar char="•"/>
              <a:defRPr sz="2133"/>
            </a:lvl6pPr>
            <a:lvl7pPr indent="-330200" lvl="6" marL="3200400" algn="l">
              <a:lnSpc>
                <a:spcPct val="100000"/>
              </a:lnSpc>
              <a:spcBef>
                <a:spcPts val="427"/>
              </a:spcBef>
              <a:spcAft>
                <a:spcPts val="0"/>
              </a:spcAft>
              <a:buClr>
                <a:schemeClr val="dk1"/>
              </a:buClr>
              <a:buSzPts val="1600"/>
              <a:buChar char="•"/>
              <a:defRPr sz="2133"/>
            </a:lvl7pPr>
            <a:lvl8pPr indent="-330200" lvl="7" marL="3657600" algn="l">
              <a:lnSpc>
                <a:spcPct val="100000"/>
              </a:lnSpc>
              <a:spcBef>
                <a:spcPts val="427"/>
              </a:spcBef>
              <a:spcAft>
                <a:spcPts val="0"/>
              </a:spcAft>
              <a:buClr>
                <a:schemeClr val="dk1"/>
              </a:buClr>
              <a:buSzPts val="1600"/>
              <a:buChar char="•"/>
              <a:defRPr sz="2133"/>
            </a:lvl8pPr>
            <a:lvl9pPr indent="-330200" lvl="8" marL="4114800" algn="l">
              <a:lnSpc>
                <a:spcPct val="100000"/>
              </a:lnSpc>
              <a:spcBef>
                <a:spcPts val="427"/>
              </a:spcBef>
              <a:spcAft>
                <a:spcPts val="0"/>
              </a:spcAft>
              <a:buClr>
                <a:schemeClr val="dk1"/>
              </a:buClr>
              <a:buSzPts val="1600"/>
              <a:buChar char="•"/>
              <a:defRPr sz="2133"/>
            </a:lvl9pPr>
          </a:lstStyle>
          <a:p/>
        </p:txBody>
      </p:sp>
      <p:pic>
        <p:nvPicPr>
          <p:cNvPr descr="/Volumes/Daten/Uni_Leipzig/1_Corporate_Design/17_351_UniLE_MF_Aktualisierung CD-Handbuch/Grafik/Produktion/Datenvorlagen/_UniLE_MF_Marke/MF_Marke/180504_Medizinische_Fakultaet.jpg" id="24" name="Google Shape;24;p26"/>
          <p:cNvPicPr preferRelativeResize="0"/>
          <p:nvPr/>
        </p:nvPicPr>
        <p:blipFill rotWithShape="1">
          <a:blip r:embed="rId3">
            <a:alphaModFix/>
          </a:blip>
          <a:srcRect b="0" l="0" r="0" t="0"/>
          <a:stretch/>
        </p:blipFill>
        <p:spPr>
          <a:xfrm>
            <a:off x="-17459" y="25412"/>
            <a:ext cx="4535035" cy="2063997"/>
          </a:xfrm>
          <a:prstGeom prst="rect">
            <a:avLst/>
          </a:prstGeom>
          <a:noFill/>
          <a:ln>
            <a:noFill/>
          </a:ln>
        </p:spPr>
      </p:pic>
      <p:sp>
        <p:nvSpPr>
          <p:cNvPr id="25" name="Google Shape;25;p26"/>
          <p:cNvSpPr/>
          <p:nvPr/>
        </p:nvSpPr>
        <p:spPr>
          <a:xfrm rot="348924">
            <a:off x="11294862" y="-50724"/>
            <a:ext cx="1275745" cy="7008847"/>
          </a:xfrm>
          <a:custGeom>
            <a:rect b="b" l="l" r="r" t="t"/>
            <a:pathLst>
              <a:path extrusionOk="0" h="5245637" w="781424">
                <a:moveTo>
                  <a:pt x="0" y="5245637"/>
                </a:moveTo>
                <a:lnTo>
                  <a:pt x="339503" y="0"/>
                </a:lnTo>
                <a:lnTo>
                  <a:pt x="781424" y="5149745"/>
                </a:lnTo>
                <a:lnTo>
                  <a:pt x="0" y="5245637"/>
                </a:lnTo>
                <a:close/>
              </a:path>
            </a:pathLst>
          </a:custGeom>
          <a:solidFill>
            <a:srgbClr val="008AC9"/>
          </a:solidFill>
          <a:ln cap="flat" cmpd="sng" w="9525">
            <a:solidFill>
              <a:srgbClr val="0087C8"/>
            </a:solidFill>
            <a:prstDash val="solid"/>
            <a:round/>
            <a:headEnd len="sm" w="sm" type="none"/>
            <a:tailEnd len="sm" w="sm" type="none"/>
          </a:ln>
          <a:effectLst>
            <a:outerShdw blurRad="40000" rotWithShape="0" dir="5400000" dist="23000">
              <a:srgbClr val="000000">
                <a:alpha val="34509"/>
              </a:srgbClr>
            </a:outerShdw>
          </a:effectLst>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FFFFFF"/>
              </a:solidFill>
              <a:latin typeface="Calibri"/>
              <a:ea typeface="Calibri"/>
              <a:cs typeface="Calibri"/>
              <a:sym typeface="Calibri"/>
            </a:endParaRPr>
          </a:p>
        </p:txBody>
      </p:sp>
      <p:sp>
        <p:nvSpPr>
          <p:cNvPr id="26" name="Google Shape;26;p26"/>
          <p:cNvSpPr/>
          <p:nvPr/>
        </p:nvSpPr>
        <p:spPr>
          <a:xfrm flipH="1" rot="8241572">
            <a:off x="8373961" y="4892489"/>
            <a:ext cx="4729016" cy="2851371"/>
          </a:xfrm>
          <a:custGeom>
            <a:rect b="b" l="l" r="r" t="t"/>
            <a:pathLst>
              <a:path extrusionOk="0" h="2138528" w="3546762">
                <a:moveTo>
                  <a:pt x="0" y="2138528"/>
                </a:moveTo>
                <a:lnTo>
                  <a:pt x="2310704" y="0"/>
                </a:lnTo>
                <a:lnTo>
                  <a:pt x="3546762" y="1345944"/>
                </a:lnTo>
                <a:lnTo>
                  <a:pt x="0" y="2138528"/>
                </a:lnTo>
                <a:close/>
              </a:path>
            </a:pathLst>
          </a:custGeom>
          <a:solidFill>
            <a:srgbClr val="8AC2D1">
              <a:alpha val="49411"/>
            </a:srgbClr>
          </a:solidFill>
          <a:ln>
            <a:noFill/>
          </a:ln>
          <a:effectLst>
            <a:outerShdw sx="1000" rotWithShape="0" sy="1000">
              <a:srgbClr val="000000"/>
            </a:outerShdw>
          </a:effectLst>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und Inhalt ohne Untertitel">
  <p:cSld name="Titel und Inhalt ohne Untertitel">
    <p:spTree>
      <p:nvGrpSpPr>
        <p:cNvPr id="33" name="Shape 33"/>
        <p:cNvGrpSpPr/>
        <p:nvPr/>
      </p:nvGrpSpPr>
      <p:grpSpPr>
        <a:xfrm>
          <a:off x="0" y="0"/>
          <a:ext cx="0" cy="0"/>
          <a:chOff x="0" y="0"/>
          <a:chExt cx="0" cy="0"/>
        </a:xfrm>
      </p:grpSpPr>
      <p:sp>
        <p:nvSpPr>
          <p:cNvPr id="34" name="Google Shape;34;p23"/>
          <p:cNvSpPr txBox="1"/>
          <p:nvPr>
            <p:ph type="title"/>
          </p:nvPr>
        </p:nvSpPr>
        <p:spPr>
          <a:xfrm>
            <a:off x="609601" y="406399"/>
            <a:ext cx="10979151" cy="101176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2667"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1" i="0" sz="2667" u="none" cap="none" strike="noStrike">
                <a:solidFill>
                  <a:srgbClr val="262A3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1" i="0" sz="2667" u="none" cap="none" strike="noStrike">
                <a:solidFill>
                  <a:srgbClr val="262A3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1" i="0" sz="2667" u="none" cap="none" strike="noStrike">
                <a:solidFill>
                  <a:srgbClr val="262A3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1" i="0" sz="2667" u="none" cap="none" strike="noStrike">
                <a:solidFill>
                  <a:srgbClr val="262A3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667" u="none" cap="none" strike="noStrike">
                <a:solidFill>
                  <a:schemeClr val="dk1"/>
                </a:solidFill>
                <a:latin typeface="Poppins"/>
                <a:ea typeface="Poppins"/>
                <a:cs typeface="Poppins"/>
                <a:sym typeface="Poppins"/>
              </a:defRPr>
            </a:lvl6pPr>
            <a:lvl7pPr lvl="6" marR="0" rtl="0" algn="l">
              <a:lnSpc>
                <a:spcPct val="100000"/>
              </a:lnSpc>
              <a:spcBef>
                <a:spcPts val="0"/>
              </a:spcBef>
              <a:spcAft>
                <a:spcPts val="0"/>
              </a:spcAft>
              <a:buClr>
                <a:srgbClr val="000000"/>
              </a:buClr>
              <a:buSzPts val="1400"/>
              <a:buFont typeface="Arial"/>
              <a:buNone/>
              <a:defRPr b="0" i="0" sz="2667" u="none" cap="none" strike="noStrike">
                <a:solidFill>
                  <a:schemeClr val="dk1"/>
                </a:solidFill>
                <a:latin typeface="Poppins"/>
                <a:ea typeface="Poppins"/>
                <a:cs typeface="Poppins"/>
                <a:sym typeface="Poppins"/>
              </a:defRPr>
            </a:lvl7pPr>
            <a:lvl8pPr lvl="7" marR="0" rtl="0" algn="l">
              <a:lnSpc>
                <a:spcPct val="100000"/>
              </a:lnSpc>
              <a:spcBef>
                <a:spcPts val="0"/>
              </a:spcBef>
              <a:spcAft>
                <a:spcPts val="0"/>
              </a:spcAft>
              <a:buClr>
                <a:srgbClr val="000000"/>
              </a:buClr>
              <a:buSzPts val="1400"/>
              <a:buFont typeface="Arial"/>
              <a:buNone/>
              <a:defRPr b="0" i="0" sz="2667" u="none" cap="none" strike="noStrike">
                <a:solidFill>
                  <a:schemeClr val="dk1"/>
                </a:solidFill>
                <a:latin typeface="Poppins"/>
                <a:ea typeface="Poppins"/>
                <a:cs typeface="Poppins"/>
                <a:sym typeface="Poppins"/>
              </a:defRPr>
            </a:lvl8pPr>
            <a:lvl9pPr lvl="8" marR="0" rtl="0" algn="l">
              <a:lnSpc>
                <a:spcPct val="100000"/>
              </a:lnSpc>
              <a:spcBef>
                <a:spcPts val="0"/>
              </a:spcBef>
              <a:spcAft>
                <a:spcPts val="0"/>
              </a:spcAft>
              <a:buClr>
                <a:srgbClr val="000000"/>
              </a:buClr>
              <a:buSzPts val="1400"/>
              <a:buFont typeface="Arial"/>
              <a:buNone/>
              <a:defRPr b="0" i="0" sz="2667" u="none" cap="none" strike="noStrike">
                <a:solidFill>
                  <a:schemeClr val="dk1"/>
                </a:solidFill>
                <a:latin typeface="Poppins"/>
                <a:ea typeface="Poppins"/>
                <a:cs typeface="Poppins"/>
                <a:sym typeface="Poppins"/>
              </a:defRPr>
            </a:lvl9pPr>
          </a:lstStyle>
          <a:p/>
        </p:txBody>
      </p:sp>
      <p:sp>
        <p:nvSpPr>
          <p:cNvPr id="35" name="Google Shape;35;p23"/>
          <p:cNvSpPr txBox="1"/>
          <p:nvPr>
            <p:ph idx="1" type="body"/>
          </p:nvPr>
        </p:nvSpPr>
        <p:spPr>
          <a:xfrm>
            <a:off x="609601" y="1631323"/>
            <a:ext cx="10979151" cy="4505599"/>
          </a:xfrm>
          <a:prstGeom prst="rect">
            <a:avLst/>
          </a:prstGeom>
          <a:noFill/>
          <a:ln>
            <a:noFill/>
          </a:ln>
        </p:spPr>
        <p:txBody>
          <a:bodyPr anchorCtr="0" anchor="t" bIns="45700" lIns="91425" spcFirstLastPara="1" rIns="91425" wrap="square" tIns="45700">
            <a:noAutofit/>
          </a:bodyPr>
          <a:lstStyle>
            <a:lvl1pPr indent="-342900" lvl="0" marL="457200" marR="0" rtl="0" algn="l">
              <a:lnSpc>
                <a:spcPct val="100000"/>
              </a:lnSpc>
              <a:spcBef>
                <a:spcPts val="480"/>
              </a:spcBef>
              <a:spcAft>
                <a:spcPts val="0"/>
              </a:spcAft>
              <a:buClr>
                <a:srgbClr val="D8413E"/>
              </a:buClr>
              <a:buSzPts val="1800"/>
              <a:buFont typeface="Noto Sans Symbols"/>
              <a:buChar char="−"/>
              <a:defRPr b="0" i="0" sz="2400" u="none" cap="none" strike="noStrike">
                <a:solidFill>
                  <a:schemeClr val="dk1"/>
                </a:solidFill>
                <a:latin typeface="Arial"/>
                <a:ea typeface="Arial"/>
                <a:cs typeface="Arial"/>
                <a:sym typeface="Arial"/>
              </a:defRPr>
            </a:lvl1pPr>
            <a:lvl2pPr indent="-330200" lvl="1" marL="914400" marR="0" rtl="0" algn="l">
              <a:lnSpc>
                <a:spcPct val="100000"/>
              </a:lnSpc>
              <a:spcBef>
                <a:spcPts val="427"/>
              </a:spcBef>
              <a:spcAft>
                <a:spcPts val="0"/>
              </a:spcAft>
              <a:buClr>
                <a:srgbClr val="D8413E"/>
              </a:buClr>
              <a:buSzPts val="1600"/>
              <a:buFont typeface="Noto Sans Symbols"/>
              <a:buChar char="−"/>
              <a:defRPr b="0" i="0" sz="2133" u="none" cap="none" strike="noStrike">
                <a:solidFill>
                  <a:schemeClr val="dk1"/>
                </a:solidFill>
                <a:latin typeface="Arial"/>
                <a:ea typeface="Arial"/>
                <a:cs typeface="Arial"/>
                <a:sym typeface="Arial"/>
              </a:defRPr>
            </a:lvl2pPr>
            <a:lvl3pPr indent="-330200" lvl="2" marL="1371600" marR="0" rtl="0" algn="l">
              <a:lnSpc>
                <a:spcPct val="100000"/>
              </a:lnSpc>
              <a:spcBef>
                <a:spcPts val="427"/>
              </a:spcBef>
              <a:spcAft>
                <a:spcPts val="0"/>
              </a:spcAft>
              <a:buClr>
                <a:srgbClr val="D8413E"/>
              </a:buClr>
              <a:buSzPts val="1600"/>
              <a:buFont typeface="Noto Sans Symbols"/>
              <a:buChar char="−"/>
              <a:defRPr b="0" i="0" sz="2133" u="none" cap="none" strike="noStrike">
                <a:solidFill>
                  <a:schemeClr val="dk1"/>
                </a:solidFill>
                <a:latin typeface="Arial"/>
                <a:ea typeface="Arial"/>
                <a:cs typeface="Arial"/>
                <a:sym typeface="Arial"/>
              </a:defRPr>
            </a:lvl3pPr>
            <a:lvl4pPr indent="-330200" lvl="3" marL="1828800" marR="0" rtl="0" algn="l">
              <a:lnSpc>
                <a:spcPct val="100000"/>
              </a:lnSpc>
              <a:spcBef>
                <a:spcPts val="427"/>
              </a:spcBef>
              <a:spcAft>
                <a:spcPts val="0"/>
              </a:spcAft>
              <a:buClr>
                <a:srgbClr val="D8413E"/>
              </a:buClr>
              <a:buSzPts val="1600"/>
              <a:buFont typeface="Noto Sans Symbols"/>
              <a:buChar char="−"/>
              <a:defRPr b="0" i="0" sz="2133" u="none" cap="none" strike="noStrike">
                <a:solidFill>
                  <a:schemeClr val="dk1"/>
                </a:solidFill>
                <a:latin typeface="Arial"/>
                <a:ea typeface="Arial"/>
                <a:cs typeface="Arial"/>
                <a:sym typeface="Arial"/>
              </a:defRPr>
            </a:lvl4pPr>
            <a:lvl5pPr indent="-330200" lvl="4" marL="2286000" marR="0" rtl="0" algn="l">
              <a:lnSpc>
                <a:spcPct val="100000"/>
              </a:lnSpc>
              <a:spcBef>
                <a:spcPts val="427"/>
              </a:spcBef>
              <a:spcAft>
                <a:spcPts val="0"/>
              </a:spcAft>
              <a:buClr>
                <a:srgbClr val="D8413E"/>
              </a:buClr>
              <a:buSzPts val="1600"/>
              <a:buFont typeface="Noto Sans Symbols"/>
              <a:buChar char="−"/>
              <a:defRPr b="0" i="0" sz="2133" u="none" cap="none" strike="noStrike">
                <a:solidFill>
                  <a:schemeClr val="dk1"/>
                </a:solidFill>
                <a:latin typeface="Arial"/>
                <a:ea typeface="Arial"/>
                <a:cs typeface="Arial"/>
                <a:sym typeface="Arial"/>
              </a:defRPr>
            </a:lvl5pPr>
            <a:lvl6pPr indent="-355600" lvl="5" marL="2743200" marR="0" rtl="0" algn="l">
              <a:lnSpc>
                <a:spcPct val="100000"/>
              </a:lnSpc>
              <a:spcBef>
                <a:spcPts val="533"/>
              </a:spcBef>
              <a:spcAft>
                <a:spcPts val="0"/>
              </a:spcAft>
              <a:buClr>
                <a:schemeClr val="dk1"/>
              </a:buClr>
              <a:buSzPts val="2000"/>
              <a:buFont typeface="Arial"/>
              <a:buChar char="•"/>
              <a:defRPr b="0" i="0" sz="2667" u="none" cap="none" strike="noStrike">
                <a:solidFill>
                  <a:schemeClr val="dk1"/>
                </a:solidFill>
                <a:latin typeface="Arial"/>
                <a:ea typeface="Arial"/>
                <a:cs typeface="Arial"/>
                <a:sym typeface="Arial"/>
              </a:defRPr>
            </a:lvl6pPr>
            <a:lvl7pPr indent="-355600" lvl="6" marL="3200400" marR="0" rtl="0" algn="l">
              <a:lnSpc>
                <a:spcPct val="100000"/>
              </a:lnSpc>
              <a:spcBef>
                <a:spcPts val="533"/>
              </a:spcBef>
              <a:spcAft>
                <a:spcPts val="0"/>
              </a:spcAft>
              <a:buClr>
                <a:schemeClr val="dk1"/>
              </a:buClr>
              <a:buSzPts val="2000"/>
              <a:buFont typeface="Arial"/>
              <a:buChar char="•"/>
              <a:defRPr b="0" i="0" sz="2667" u="none" cap="none" strike="noStrike">
                <a:solidFill>
                  <a:schemeClr val="dk1"/>
                </a:solidFill>
                <a:latin typeface="Arial"/>
                <a:ea typeface="Arial"/>
                <a:cs typeface="Arial"/>
                <a:sym typeface="Arial"/>
              </a:defRPr>
            </a:lvl7pPr>
            <a:lvl8pPr indent="-355600" lvl="7" marL="3657600" marR="0" rtl="0" algn="l">
              <a:lnSpc>
                <a:spcPct val="100000"/>
              </a:lnSpc>
              <a:spcBef>
                <a:spcPts val="533"/>
              </a:spcBef>
              <a:spcAft>
                <a:spcPts val="0"/>
              </a:spcAft>
              <a:buClr>
                <a:schemeClr val="dk1"/>
              </a:buClr>
              <a:buSzPts val="2000"/>
              <a:buFont typeface="Arial"/>
              <a:buChar char="•"/>
              <a:defRPr b="0" i="0" sz="2667" u="none" cap="none" strike="noStrike">
                <a:solidFill>
                  <a:schemeClr val="dk1"/>
                </a:solidFill>
                <a:latin typeface="Arial"/>
                <a:ea typeface="Arial"/>
                <a:cs typeface="Arial"/>
                <a:sym typeface="Arial"/>
              </a:defRPr>
            </a:lvl8pPr>
            <a:lvl9pPr indent="-355600" lvl="8" marL="4114800" marR="0" rtl="0" algn="l">
              <a:lnSpc>
                <a:spcPct val="100000"/>
              </a:lnSpc>
              <a:spcBef>
                <a:spcPts val="533"/>
              </a:spcBef>
              <a:spcAft>
                <a:spcPts val="0"/>
              </a:spcAft>
              <a:buClr>
                <a:schemeClr val="dk1"/>
              </a:buClr>
              <a:buSzPts val="2000"/>
              <a:buFont typeface="Arial"/>
              <a:buChar char="•"/>
              <a:defRPr b="0" i="0" sz="2667" u="none" cap="none" strike="noStrike">
                <a:solidFill>
                  <a:schemeClr val="dk1"/>
                </a:solidFill>
                <a:latin typeface="Arial"/>
                <a:ea typeface="Arial"/>
                <a:cs typeface="Arial"/>
                <a:sym typeface="Arial"/>
              </a:defRPr>
            </a:lvl9pPr>
          </a:lstStyle>
          <a:p/>
        </p:txBody>
      </p:sp>
      <p:sp>
        <p:nvSpPr>
          <p:cNvPr id="36" name="Google Shape;36;p23"/>
          <p:cNvSpPr txBox="1"/>
          <p:nvPr>
            <p:ph idx="12" type="sldNum"/>
          </p:nvPr>
        </p:nvSpPr>
        <p:spPr>
          <a:xfrm>
            <a:off x="10598151" y="6505433"/>
            <a:ext cx="990600" cy="272955"/>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D8413E"/>
              </a:buClr>
              <a:buSzPts val="1000"/>
              <a:buFont typeface="Arial"/>
              <a:buNone/>
              <a:defRPr b="0" i="0" sz="1333" u="none" cap="none" strike="noStrike">
                <a:solidFill>
                  <a:srgbClr val="D8413E"/>
                </a:solidFill>
                <a:latin typeface="Arial"/>
                <a:ea typeface="Arial"/>
                <a:cs typeface="Arial"/>
                <a:sym typeface="Arial"/>
              </a:defRPr>
            </a:lvl1pPr>
            <a:lvl2pPr indent="0" lvl="1" marL="0" marR="0" rtl="0" algn="r">
              <a:lnSpc>
                <a:spcPct val="100000"/>
              </a:lnSpc>
              <a:spcBef>
                <a:spcPts val="0"/>
              </a:spcBef>
              <a:spcAft>
                <a:spcPts val="0"/>
              </a:spcAft>
              <a:buClr>
                <a:srgbClr val="D8413E"/>
              </a:buClr>
              <a:buSzPts val="1000"/>
              <a:buFont typeface="Arial"/>
              <a:buNone/>
              <a:defRPr b="0" i="0" sz="1333" u="none" cap="none" strike="noStrike">
                <a:solidFill>
                  <a:srgbClr val="D8413E"/>
                </a:solidFill>
                <a:latin typeface="Arial"/>
                <a:ea typeface="Arial"/>
                <a:cs typeface="Arial"/>
                <a:sym typeface="Arial"/>
              </a:defRPr>
            </a:lvl2pPr>
            <a:lvl3pPr indent="0" lvl="2" marL="0" marR="0" rtl="0" algn="r">
              <a:lnSpc>
                <a:spcPct val="100000"/>
              </a:lnSpc>
              <a:spcBef>
                <a:spcPts val="0"/>
              </a:spcBef>
              <a:spcAft>
                <a:spcPts val="0"/>
              </a:spcAft>
              <a:buClr>
                <a:srgbClr val="D8413E"/>
              </a:buClr>
              <a:buSzPts val="1000"/>
              <a:buFont typeface="Arial"/>
              <a:buNone/>
              <a:defRPr b="0" i="0" sz="1333" u="none" cap="none" strike="noStrike">
                <a:solidFill>
                  <a:srgbClr val="D8413E"/>
                </a:solidFill>
                <a:latin typeface="Arial"/>
                <a:ea typeface="Arial"/>
                <a:cs typeface="Arial"/>
                <a:sym typeface="Arial"/>
              </a:defRPr>
            </a:lvl3pPr>
            <a:lvl4pPr indent="0" lvl="3" marL="0" marR="0" rtl="0" algn="r">
              <a:lnSpc>
                <a:spcPct val="100000"/>
              </a:lnSpc>
              <a:spcBef>
                <a:spcPts val="0"/>
              </a:spcBef>
              <a:spcAft>
                <a:spcPts val="0"/>
              </a:spcAft>
              <a:buClr>
                <a:srgbClr val="D8413E"/>
              </a:buClr>
              <a:buSzPts val="1000"/>
              <a:buFont typeface="Arial"/>
              <a:buNone/>
              <a:defRPr b="0" i="0" sz="1333" u="none" cap="none" strike="noStrike">
                <a:solidFill>
                  <a:srgbClr val="D8413E"/>
                </a:solidFill>
                <a:latin typeface="Arial"/>
                <a:ea typeface="Arial"/>
                <a:cs typeface="Arial"/>
                <a:sym typeface="Arial"/>
              </a:defRPr>
            </a:lvl4pPr>
            <a:lvl5pPr indent="0" lvl="4" marL="0" marR="0" rtl="0" algn="r">
              <a:lnSpc>
                <a:spcPct val="100000"/>
              </a:lnSpc>
              <a:spcBef>
                <a:spcPts val="0"/>
              </a:spcBef>
              <a:spcAft>
                <a:spcPts val="0"/>
              </a:spcAft>
              <a:buClr>
                <a:srgbClr val="D8413E"/>
              </a:buClr>
              <a:buSzPts val="1000"/>
              <a:buFont typeface="Arial"/>
              <a:buNone/>
              <a:defRPr b="0" i="0" sz="1333" u="none" cap="none" strike="noStrike">
                <a:solidFill>
                  <a:srgbClr val="D8413E"/>
                </a:solidFill>
                <a:latin typeface="Arial"/>
                <a:ea typeface="Arial"/>
                <a:cs typeface="Arial"/>
                <a:sym typeface="Arial"/>
              </a:defRPr>
            </a:lvl5pPr>
            <a:lvl6pPr indent="0" lvl="5" marL="0" marR="0" rtl="0" algn="r">
              <a:lnSpc>
                <a:spcPct val="100000"/>
              </a:lnSpc>
              <a:spcBef>
                <a:spcPts val="0"/>
              </a:spcBef>
              <a:spcAft>
                <a:spcPts val="0"/>
              </a:spcAft>
              <a:buClr>
                <a:srgbClr val="D8413E"/>
              </a:buClr>
              <a:buSzPts val="1000"/>
              <a:buFont typeface="Arial"/>
              <a:buNone/>
              <a:defRPr b="0" i="0" sz="1333" u="none" cap="none" strike="noStrike">
                <a:solidFill>
                  <a:srgbClr val="D8413E"/>
                </a:solidFill>
                <a:latin typeface="Arial"/>
                <a:ea typeface="Arial"/>
                <a:cs typeface="Arial"/>
                <a:sym typeface="Arial"/>
              </a:defRPr>
            </a:lvl6pPr>
            <a:lvl7pPr indent="0" lvl="6" marL="0" marR="0" rtl="0" algn="r">
              <a:lnSpc>
                <a:spcPct val="100000"/>
              </a:lnSpc>
              <a:spcBef>
                <a:spcPts val="0"/>
              </a:spcBef>
              <a:spcAft>
                <a:spcPts val="0"/>
              </a:spcAft>
              <a:buClr>
                <a:srgbClr val="D8413E"/>
              </a:buClr>
              <a:buSzPts val="1000"/>
              <a:buFont typeface="Arial"/>
              <a:buNone/>
              <a:defRPr b="0" i="0" sz="1333" u="none" cap="none" strike="noStrike">
                <a:solidFill>
                  <a:srgbClr val="D8413E"/>
                </a:solidFill>
                <a:latin typeface="Arial"/>
                <a:ea typeface="Arial"/>
                <a:cs typeface="Arial"/>
                <a:sym typeface="Arial"/>
              </a:defRPr>
            </a:lvl7pPr>
            <a:lvl8pPr indent="0" lvl="7" marL="0" marR="0" rtl="0" algn="r">
              <a:lnSpc>
                <a:spcPct val="100000"/>
              </a:lnSpc>
              <a:spcBef>
                <a:spcPts val="0"/>
              </a:spcBef>
              <a:spcAft>
                <a:spcPts val="0"/>
              </a:spcAft>
              <a:buClr>
                <a:srgbClr val="D8413E"/>
              </a:buClr>
              <a:buSzPts val="1000"/>
              <a:buFont typeface="Arial"/>
              <a:buNone/>
              <a:defRPr b="0" i="0" sz="1333" u="none" cap="none" strike="noStrike">
                <a:solidFill>
                  <a:srgbClr val="D8413E"/>
                </a:solidFill>
                <a:latin typeface="Arial"/>
                <a:ea typeface="Arial"/>
                <a:cs typeface="Arial"/>
                <a:sym typeface="Arial"/>
              </a:defRPr>
            </a:lvl8pPr>
            <a:lvl9pPr indent="0" lvl="8" marL="0" marR="0" rtl="0" algn="r">
              <a:lnSpc>
                <a:spcPct val="100000"/>
              </a:lnSpc>
              <a:spcBef>
                <a:spcPts val="0"/>
              </a:spcBef>
              <a:spcAft>
                <a:spcPts val="0"/>
              </a:spcAft>
              <a:buClr>
                <a:srgbClr val="D8413E"/>
              </a:buClr>
              <a:buSzPts val="1000"/>
              <a:buFont typeface="Arial"/>
              <a:buNone/>
              <a:defRPr b="0" i="0" sz="1333" u="none" cap="none" strike="noStrike">
                <a:solidFill>
                  <a:srgbClr val="D8413E"/>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und Inhalt mit Untertitel">
  <p:cSld name="Titel und Inhalt mit Untertitel">
    <p:spTree>
      <p:nvGrpSpPr>
        <p:cNvPr id="37" name="Shape 37"/>
        <p:cNvGrpSpPr/>
        <p:nvPr/>
      </p:nvGrpSpPr>
      <p:grpSpPr>
        <a:xfrm>
          <a:off x="0" y="0"/>
          <a:ext cx="0" cy="0"/>
          <a:chOff x="0" y="0"/>
          <a:chExt cx="0" cy="0"/>
        </a:xfrm>
      </p:grpSpPr>
      <p:sp>
        <p:nvSpPr>
          <p:cNvPr id="38" name="Google Shape;38;p24"/>
          <p:cNvSpPr txBox="1"/>
          <p:nvPr>
            <p:ph type="title"/>
          </p:nvPr>
        </p:nvSpPr>
        <p:spPr>
          <a:xfrm>
            <a:off x="609601" y="406399"/>
            <a:ext cx="10979151" cy="101176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2667"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1" i="0" sz="2667" u="none" cap="none" strike="noStrike">
                <a:solidFill>
                  <a:srgbClr val="262A3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1" i="0" sz="2667" u="none" cap="none" strike="noStrike">
                <a:solidFill>
                  <a:srgbClr val="262A3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1" i="0" sz="2667" u="none" cap="none" strike="noStrike">
                <a:solidFill>
                  <a:srgbClr val="262A3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1" i="0" sz="2667" u="none" cap="none" strike="noStrike">
                <a:solidFill>
                  <a:srgbClr val="262A3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667" u="none" cap="none" strike="noStrike">
                <a:solidFill>
                  <a:schemeClr val="dk1"/>
                </a:solidFill>
                <a:latin typeface="Poppins"/>
                <a:ea typeface="Poppins"/>
                <a:cs typeface="Poppins"/>
                <a:sym typeface="Poppins"/>
              </a:defRPr>
            </a:lvl6pPr>
            <a:lvl7pPr lvl="6" marR="0" rtl="0" algn="l">
              <a:lnSpc>
                <a:spcPct val="100000"/>
              </a:lnSpc>
              <a:spcBef>
                <a:spcPts val="0"/>
              </a:spcBef>
              <a:spcAft>
                <a:spcPts val="0"/>
              </a:spcAft>
              <a:buClr>
                <a:srgbClr val="000000"/>
              </a:buClr>
              <a:buSzPts val="1400"/>
              <a:buFont typeface="Arial"/>
              <a:buNone/>
              <a:defRPr b="0" i="0" sz="2667" u="none" cap="none" strike="noStrike">
                <a:solidFill>
                  <a:schemeClr val="dk1"/>
                </a:solidFill>
                <a:latin typeface="Poppins"/>
                <a:ea typeface="Poppins"/>
                <a:cs typeface="Poppins"/>
                <a:sym typeface="Poppins"/>
              </a:defRPr>
            </a:lvl7pPr>
            <a:lvl8pPr lvl="7" marR="0" rtl="0" algn="l">
              <a:lnSpc>
                <a:spcPct val="100000"/>
              </a:lnSpc>
              <a:spcBef>
                <a:spcPts val="0"/>
              </a:spcBef>
              <a:spcAft>
                <a:spcPts val="0"/>
              </a:spcAft>
              <a:buClr>
                <a:srgbClr val="000000"/>
              </a:buClr>
              <a:buSzPts val="1400"/>
              <a:buFont typeface="Arial"/>
              <a:buNone/>
              <a:defRPr b="0" i="0" sz="2667" u="none" cap="none" strike="noStrike">
                <a:solidFill>
                  <a:schemeClr val="dk1"/>
                </a:solidFill>
                <a:latin typeface="Poppins"/>
                <a:ea typeface="Poppins"/>
                <a:cs typeface="Poppins"/>
                <a:sym typeface="Poppins"/>
              </a:defRPr>
            </a:lvl8pPr>
            <a:lvl9pPr lvl="8" marR="0" rtl="0" algn="l">
              <a:lnSpc>
                <a:spcPct val="100000"/>
              </a:lnSpc>
              <a:spcBef>
                <a:spcPts val="0"/>
              </a:spcBef>
              <a:spcAft>
                <a:spcPts val="0"/>
              </a:spcAft>
              <a:buClr>
                <a:srgbClr val="000000"/>
              </a:buClr>
              <a:buSzPts val="1400"/>
              <a:buFont typeface="Arial"/>
              <a:buNone/>
              <a:defRPr b="0" i="0" sz="2667" u="none" cap="none" strike="noStrike">
                <a:solidFill>
                  <a:schemeClr val="dk1"/>
                </a:solidFill>
                <a:latin typeface="Poppins"/>
                <a:ea typeface="Poppins"/>
                <a:cs typeface="Poppins"/>
                <a:sym typeface="Poppins"/>
              </a:defRPr>
            </a:lvl9pPr>
          </a:lstStyle>
          <a:p/>
        </p:txBody>
      </p:sp>
      <p:sp>
        <p:nvSpPr>
          <p:cNvPr id="39" name="Google Shape;39;p24"/>
          <p:cNvSpPr txBox="1"/>
          <p:nvPr>
            <p:ph idx="1" type="body"/>
          </p:nvPr>
        </p:nvSpPr>
        <p:spPr>
          <a:xfrm>
            <a:off x="609601" y="2156179"/>
            <a:ext cx="10979151" cy="3980744"/>
          </a:xfrm>
          <a:prstGeom prst="rect">
            <a:avLst/>
          </a:prstGeom>
          <a:noFill/>
          <a:ln>
            <a:noFill/>
          </a:ln>
        </p:spPr>
        <p:txBody>
          <a:bodyPr anchorCtr="0" anchor="t" bIns="45700" lIns="91425" spcFirstLastPara="1" rIns="91425" wrap="square" tIns="45700">
            <a:noAutofit/>
          </a:bodyPr>
          <a:lstStyle>
            <a:lvl1pPr indent="-342900" lvl="0" marL="457200" marR="0" rtl="0" algn="l">
              <a:lnSpc>
                <a:spcPct val="100000"/>
              </a:lnSpc>
              <a:spcBef>
                <a:spcPts val="480"/>
              </a:spcBef>
              <a:spcAft>
                <a:spcPts val="0"/>
              </a:spcAft>
              <a:buClr>
                <a:srgbClr val="D8413E"/>
              </a:buClr>
              <a:buSzPts val="1800"/>
              <a:buFont typeface="Noto Sans Symbols"/>
              <a:buChar char="−"/>
              <a:defRPr b="0" i="0" sz="2400" u="none" cap="none" strike="noStrike">
                <a:solidFill>
                  <a:schemeClr val="dk1"/>
                </a:solidFill>
                <a:latin typeface="Arial"/>
                <a:ea typeface="Arial"/>
                <a:cs typeface="Arial"/>
                <a:sym typeface="Arial"/>
              </a:defRPr>
            </a:lvl1pPr>
            <a:lvl2pPr indent="-330200" lvl="1" marL="914400" marR="0" rtl="0" algn="l">
              <a:lnSpc>
                <a:spcPct val="100000"/>
              </a:lnSpc>
              <a:spcBef>
                <a:spcPts val="427"/>
              </a:spcBef>
              <a:spcAft>
                <a:spcPts val="0"/>
              </a:spcAft>
              <a:buClr>
                <a:srgbClr val="D8413E"/>
              </a:buClr>
              <a:buSzPts val="1600"/>
              <a:buFont typeface="Noto Sans Symbols"/>
              <a:buChar char="−"/>
              <a:defRPr b="0" i="0" sz="2133" u="none" cap="none" strike="noStrike">
                <a:solidFill>
                  <a:schemeClr val="dk1"/>
                </a:solidFill>
                <a:latin typeface="Arial"/>
                <a:ea typeface="Arial"/>
                <a:cs typeface="Arial"/>
                <a:sym typeface="Arial"/>
              </a:defRPr>
            </a:lvl2pPr>
            <a:lvl3pPr indent="-330200" lvl="2" marL="1371600" marR="0" rtl="0" algn="l">
              <a:lnSpc>
                <a:spcPct val="100000"/>
              </a:lnSpc>
              <a:spcBef>
                <a:spcPts val="427"/>
              </a:spcBef>
              <a:spcAft>
                <a:spcPts val="0"/>
              </a:spcAft>
              <a:buClr>
                <a:srgbClr val="D8413E"/>
              </a:buClr>
              <a:buSzPts val="1600"/>
              <a:buFont typeface="Noto Sans Symbols"/>
              <a:buChar char="−"/>
              <a:defRPr b="0" i="0" sz="2133" u="none" cap="none" strike="noStrike">
                <a:solidFill>
                  <a:schemeClr val="dk1"/>
                </a:solidFill>
                <a:latin typeface="Arial"/>
                <a:ea typeface="Arial"/>
                <a:cs typeface="Arial"/>
                <a:sym typeface="Arial"/>
              </a:defRPr>
            </a:lvl3pPr>
            <a:lvl4pPr indent="-330200" lvl="3" marL="1828800" marR="0" rtl="0" algn="l">
              <a:lnSpc>
                <a:spcPct val="100000"/>
              </a:lnSpc>
              <a:spcBef>
                <a:spcPts val="427"/>
              </a:spcBef>
              <a:spcAft>
                <a:spcPts val="0"/>
              </a:spcAft>
              <a:buClr>
                <a:srgbClr val="D8413E"/>
              </a:buClr>
              <a:buSzPts val="1600"/>
              <a:buFont typeface="Noto Sans Symbols"/>
              <a:buChar char="−"/>
              <a:defRPr b="0" i="0" sz="2133" u="none" cap="none" strike="noStrike">
                <a:solidFill>
                  <a:schemeClr val="dk1"/>
                </a:solidFill>
                <a:latin typeface="Arial"/>
                <a:ea typeface="Arial"/>
                <a:cs typeface="Arial"/>
                <a:sym typeface="Arial"/>
              </a:defRPr>
            </a:lvl4pPr>
            <a:lvl5pPr indent="-330200" lvl="4" marL="2286000" marR="0" rtl="0" algn="l">
              <a:lnSpc>
                <a:spcPct val="100000"/>
              </a:lnSpc>
              <a:spcBef>
                <a:spcPts val="427"/>
              </a:spcBef>
              <a:spcAft>
                <a:spcPts val="0"/>
              </a:spcAft>
              <a:buClr>
                <a:srgbClr val="D8413E"/>
              </a:buClr>
              <a:buSzPts val="1600"/>
              <a:buFont typeface="Noto Sans Symbols"/>
              <a:buChar char="−"/>
              <a:defRPr b="0" i="0" sz="2133" u="none" cap="none" strike="noStrike">
                <a:solidFill>
                  <a:schemeClr val="dk1"/>
                </a:solidFill>
                <a:latin typeface="Arial"/>
                <a:ea typeface="Arial"/>
                <a:cs typeface="Arial"/>
                <a:sym typeface="Arial"/>
              </a:defRPr>
            </a:lvl5pPr>
            <a:lvl6pPr indent="-355600" lvl="5" marL="2743200" marR="0" rtl="0" algn="l">
              <a:lnSpc>
                <a:spcPct val="100000"/>
              </a:lnSpc>
              <a:spcBef>
                <a:spcPts val="533"/>
              </a:spcBef>
              <a:spcAft>
                <a:spcPts val="0"/>
              </a:spcAft>
              <a:buClr>
                <a:schemeClr val="dk1"/>
              </a:buClr>
              <a:buSzPts val="2000"/>
              <a:buFont typeface="Arial"/>
              <a:buChar char="•"/>
              <a:defRPr b="0" i="0" sz="2667" u="none" cap="none" strike="noStrike">
                <a:solidFill>
                  <a:schemeClr val="dk1"/>
                </a:solidFill>
                <a:latin typeface="Arial"/>
                <a:ea typeface="Arial"/>
                <a:cs typeface="Arial"/>
                <a:sym typeface="Arial"/>
              </a:defRPr>
            </a:lvl6pPr>
            <a:lvl7pPr indent="-355600" lvl="6" marL="3200400" marR="0" rtl="0" algn="l">
              <a:lnSpc>
                <a:spcPct val="100000"/>
              </a:lnSpc>
              <a:spcBef>
                <a:spcPts val="533"/>
              </a:spcBef>
              <a:spcAft>
                <a:spcPts val="0"/>
              </a:spcAft>
              <a:buClr>
                <a:schemeClr val="dk1"/>
              </a:buClr>
              <a:buSzPts val="2000"/>
              <a:buFont typeface="Arial"/>
              <a:buChar char="•"/>
              <a:defRPr b="0" i="0" sz="2667" u="none" cap="none" strike="noStrike">
                <a:solidFill>
                  <a:schemeClr val="dk1"/>
                </a:solidFill>
                <a:latin typeface="Arial"/>
                <a:ea typeface="Arial"/>
                <a:cs typeface="Arial"/>
                <a:sym typeface="Arial"/>
              </a:defRPr>
            </a:lvl7pPr>
            <a:lvl8pPr indent="-355600" lvl="7" marL="3657600" marR="0" rtl="0" algn="l">
              <a:lnSpc>
                <a:spcPct val="100000"/>
              </a:lnSpc>
              <a:spcBef>
                <a:spcPts val="533"/>
              </a:spcBef>
              <a:spcAft>
                <a:spcPts val="0"/>
              </a:spcAft>
              <a:buClr>
                <a:schemeClr val="dk1"/>
              </a:buClr>
              <a:buSzPts val="2000"/>
              <a:buFont typeface="Arial"/>
              <a:buChar char="•"/>
              <a:defRPr b="0" i="0" sz="2667" u="none" cap="none" strike="noStrike">
                <a:solidFill>
                  <a:schemeClr val="dk1"/>
                </a:solidFill>
                <a:latin typeface="Arial"/>
                <a:ea typeface="Arial"/>
                <a:cs typeface="Arial"/>
                <a:sym typeface="Arial"/>
              </a:defRPr>
            </a:lvl8pPr>
            <a:lvl9pPr indent="-355600" lvl="8" marL="4114800" marR="0" rtl="0" algn="l">
              <a:lnSpc>
                <a:spcPct val="100000"/>
              </a:lnSpc>
              <a:spcBef>
                <a:spcPts val="533"/>
              </a:spcBef>
              <a:spcAft>
                <a:spcPts val="0"/>
              </a:spcAft>
              <a:buClr>
                <a:schemeClr val="dk1"/>
              </a:buClr>
              <a:buSzPts val="2000"/>
              <a:buFont typeface="Arial"/>
              <a:buChar char="•"/>
              <a:defRPr b="0" i="0" sz="2667" u="none" cap="none" strike="noStrike">
                <a:solidFill>
                  <a:schemeClr val="dk1"/>
                </a:solidFill>
                <a:latin typeface="Arial"/>
                <a:ea typeface="Arial"/>
                <a:cs typeface="Arial"/>
                <a:sym typeface="Arial"/>
              </a:defRPr>
            </a:lvl9pPr>
          </a:lstStyle>
          <a:p/>
        </p:txBody>
      </p:sp>
      <p:sp>
        <p:nvSpPr>
          <p:cNvPr id="40" name="Google Shape;40;p24"/>
          <p:cNvSpPr txBox="1"/>
          <p:nvPr>
            <p:ph idx="2" type="body"/>
          </p:nvPr>
        </p:nvSpPr>
        <p:spPr>
          <a:xfrm>
            <a:off x="609601" y="1501254"/>
            <a:ext cx="10979151" cy="503653"/>
          </a:xfrm>
          <a:prstGeom prst="rect">
            <a:avLst/>
          </a:prstGeom>
          <a:noFill/>
          <a:ln>
            <a:noFill/>
          </a:ln>
        </p:spPr>
        <p:txBody>
          <a:bodyPr anchorCtr="0" anchor="b" bIns="45700" lIns="91425" spcFirstLastPara="1" rIns="91425" wrap="square" tIns="45700">
            <a:noAutofit/>
          </a:bodyPr>
          <a:lstStyle>
            <a:lvl1pPr indent="-228600" lvl="0" marL="457200" marR="0" rtl="0" algn="l">
              <a:lnSpc>
                <a:spcPct val="100000"/>
              </a:lnSpc>
              <a:spcBef>
                <a:spcPts val="373"/>
              </a:spcBef>
              <a:spcAft>
                <a:spcPts val="0"/>
              </a:spcAft>
              <a:buClr>
                <a:srgbClr val="000000"/>
              </a:buClr>
              <a:buSzPts val="1400"/>
              <a:buFont typeface="Arial"/>
              <a:buNone/>
              <a:defRPr b="0" i="0" sz="1867" u="none" cap="none" strike="noStrike">
                <a:solidFill>
                  <a:schemeClr val="dk1"/>
                </a:solidFill>
                <a:latin typeface="Arial"/>
                <a:ea typeface="Arial"/>
                <a:cs typeface="Arial"/>
                <a:sym typeface="Arial"/>
              </a:defRPr>
            </a:lvl1pPr>
            <a:lvl2pPr indent="-228600" lvl="1" marL="914400" marR="0" rtl="0" algn="l">
              <a:lnSpc>
                <a:spcPct val="100000"/>
              </a:lnSpc>
              <a:spcBef>
                <a:spcPts val="48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100000"/>
              </a:lnSpc>
              <a:spcBef>
                <a:spcPts val="320"/>
              </a:spcBef>
              <a:spcAft>
                <a:spcPts val="0"/>
              </a:spcAft>
              <a:buClr>
                <a:srgbClr val="000000"/>
              </a:buClr>
              <a:buSzPts val="1400"/>
              <a:buFont typeface="Arial"/>
              <a:buNone/>
              <a:defRPr b="0" i="0" sz="1600" u="none" cap="none" strike="noStrike">
                <a:solidFill>
                  <a:schemeClr val="dk1"/>
                </a:solidFill>
                <a:latin typeface="Arial"/>
                <a:ea typeface="Arial"/>
                <a:cs typeface="Arial"/>
                <a:sym typeface="Arial"/>
              </a:defRPr>
            </a:lvl3pPr>
            <a:lvl4pPr indent="-228600" lvl="3" marL="1828800" marR="0" rtl="0" algn="l">
              <a:lnSpc>
                <a:spcPct val="100000"/>
              </a:lnSpc>
              <a:spcBef>
                <a:spcPts val="320"/>
              </a:spcBef>
              <a:spcAft>
                <a:spcPts val="0"/>
              </a:spcAft>
              <a:buClr>
                <a:srgbClr val="000000"/>
              </a:buClr>
              <a:buSzPts val="1400"/>
              <a:buFont typeface="Arial"/>
              <a:buNone/>
              <a:defRPr b="0" i="0" sz="1600" u="none" cap="none" strike="noStrike">
                <a:solidFill>
                  <a:schemeClr val="dk1"/>
                </a:solidFill>
                <a:latin typeface="Arial"/>
                <a:ea typeface="Arial"/>
                <a:cs typeface="Arial"/>
                <a:sym typeface="Arial"/>
              </a:defRPr>
            </a:lvl4pPr>
            <a:lvl5pPr indent="-228600" lvl="4" marL="2286000" marR="0" rtl="0" algn="l">
              <a:lnSpc>
                <a:spcPct val="100000"/>
              </a:lnSpc>
              <a:spcBef>
                <a:spcPts val="320"/>
              </a:spcBef>
              <a:spcAft>
                <a:spcPts val="0"/>
              </a:spcAft>
              <a:buClr>
                <a:srgbClr val="000000"/>
              </a:buClr>
              <a:buSzPts val="1400"/>
              <a:buFont typeface="Arial"/>
              <a:buNone/>
              <a:defRPr b="0" i="0" sz="1600" u="none" cap="none" strike="noStrike">
                <a:solidFill>
                  <a:schemeClr val="dk1"/>
                </a:solidFill>
                <a:latin typeface="Arial"/>
                <a:ea typeface="Arial"/>
                <a:cs typeface="Arial"/>
                <a:sym typeface="Arial"/>
              </a:defRPr>
            </a:lvl5pPr>
            <a:lvl6pPr indent="-355600" lvl="5" marL="2743200" marR="0" rtl="0" algn="l">
              <a:lnSpc>
                <a:spcPct val="100000"/>
              </a:lnSpc>
              <a:spcBef>
                <a:spcPts val="533"/>
              </a:spcBef>
              <a:spcAft>
                <a:spcPts val="0"/>
              </a:spcAft>
              <a:buClr>
                <a:schemeClr val="dk1"/>
              </a:buClr>
              <a:buSzPts val="2000"/>
              <a:buFont typeface="Arial"/>
              <a:buChar char="•"/>
              <a:defRPr b="0" i="0" sz="2667" u="none" cap="none" strike="noStrike">
                <a:solidFill>
                  <a:schemeClr val="dk1"/>
                </a:solidFill>
                <a:latin typeface="Arial"/>
                <a:ea typeface="Arial"/>
                <a:cs typeface="Arial"/>
                <a:sym typeface="Arial"/>
              </a:defRPr>
            </a:lvl6pPr>
            <a:lvl7pPr indent="-355600" lvl="6" marL="3200400" marR="0" rtl="0" algn="l">
              <a:lnSpc>
                <a:spcPct val="100000"/>
              </a:lnSpc>
              <a:spcBef>
                <a:spcPts val="533"/>
              </a:spcBef>
              <a:spcAft>
                <a:spcPts val="0"/>
              </a:spcAft>
              <a:buClr>
                <a:schemeClr val="dk1"/>
              </a:buClr>
              <a:buSzPts val="2000"/>
              <a:buFont typeface="Arial"/>
              <a:buChar char="•"/>
              <a:defRPr b="0" i="0" sz="2667" u="none" cap="none" strike="noStrike">
                <a:solidFill>
                  <a:schemeClr val="dk1"/>
                </a:solidFill>
                <a:latin typeface="Arial"/>
                <a:ea typeface="Arial"/>
                <a:cs typeface="Arial"/>
                <a:sym typeface="Arial"/>
              </a:defRPr>
            </a:lvl7pPr>
            <a:lvl8pPr indent="-355600" lvl="7" marL="3657600" marR="0" rtl="0" algn="l">
              <a:lnSpc>
                <a:spcPct val="100000"/>
              </a:lnSpc>
              <a:spcBef>
                <a:spcPts val="533"/>
              </a:spcBef>
              <a:spcAft>
                <a:spcPts val="0"/>
              </a:spcAft>
              <a:buClr>
                <a:schemeClr val="dk1"/>
              </a:buClr>
              <a:buSzPts val="2000"/>
              <a:buFont typeface="Arial"/>
              <a:buChar char="•"/>
              <a:defRPr b="0" i="0" sz="2667" u="none" cap="none" strike="noStrike">
                <a:solidFill>
                  <a:schemeClr val="dk1"/>
                </a:solidFill>
                <a:latin typeface="Arial"/>
                <a:ea typeface="Arial"/>
                <a:cs typeface="Arial"/>
                <a:sym typeface="Arial"/>
              </a:defRPr>
            </a:lvl8pPr>
            <a:lvl9pPr indent="-355600" lvl="8" marL="4114800" marR="0" rtl="0" algn="l">
              <a:lnSpc>
                <a:spcPct val="100000"/>
              </a:lnSpc>
              <a:spcBef>
                <a:spcPts val="533"/>
              </a:spcBef>
              <a:spcAft>
                <a:spcPts val="0"/>
              </a:spcAft>
              <a:buClr>
                <a:schemeClr val="dk1"/>
              </a:buClr>
              <a:buSzPts val="2000"/>
              <a:buFont typeface="Arial"/>
              <a:buChar char="•"/>
              <a:defRPr b="0" i="0" sz="2667" u="none" cap="none" strike="noStrike">
                <a:solidFill>
                  <a:schemeClr val="dk1"/>
                </a:solidFill>
                <a:latin typeface="Arial"/>
                <a:ea typeface="Arial"/>
                <a:cs typeface="Arial"/>
                <a:sym typeface="Arial"/>
              </a:defRPr>
            </a:lvl9pPr>
          </a:lstStyle>
          <a:p/>
        </p:txBody>
      </p:sp>
      <p:sp>
        <p:nvSpPr>
          <p:cNvPr id="41" name="Google Shape;41;p24"/>
          <p:cNvSpPr txBox="1"/>
          <p:nvPr>
            <p:ph idx="12" type="sldNum"/>
          </p:nvPr>
        </p:nvSpPr>
        <p:spPr>
          <a:xfrm>
            <a:off x="10598151" y="6505433"/>
            <a:ext cx="990600" cy="272955"/>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D8413E"/>
              </a:buClr>
              <a:buSzPts val="1000"/>
              <a:buFont typeface="Arial"/>
              <a:buNone/>
              <a:defRPr b="0" i="0" sz="1333" u="none" cap="none" strike="noStrike">
                <a:solidFill>
                  <a:srgbClr val="D8413E"/>
                </a:solidFill>
                <a:latin typeface="Arial"/>
                <a:ea typeface="Arial"/>
                <a:cs typeface="Arial"/>
                <a:sym typeface="Arial"/>
              </a:defRPr>
            </a:lvl1pPr>
            <a:lvl2pPr indent="0" lvl="1" marL="0" marR="0" rtl="0" algn="r">
              <a:lnSpc>
                <a:spcPct val="100000"/>
              </a:lnSpc>
              <a:spcBef>
                <a:spcPts val="0"/>
              </a:spcBef>
              <a:spcAft>
                <a:spcPts val="0"/>
              </a:spcAft>
              <a:buClr>
                <a:srgbClr val="D8413E"/>
              </a:buClr>
              <a:buSzPts val="1000"/>
              <a:buFont typeface="Arial"/>
              <a:buNone/>
              <a:defRPr b="0" i="0" sz="1333" u="none" cap="none" strike="noStrike">
                <a:solidFill>
                  <a:srgbClr val="D8413E"/>
                </a:solidFill>
                <a:latin typeface="Arial"/>
                <a:ea typeface="Arial"/>
                <a:cs typeface="Arial"/>
                <a:sym typeface="Arial"/>
              </a:defRPr>
            </a:lvl2pPr>
            <a:lvl3pPr indent="0" lvl="2" marL="0" marR="0" rtl="0" algn="r">
              <a:lnSpc>
                <a:spcPct val="100000"/>
              </a:lnSpc>
              <a:spcBef>
                <a:spcPts val="0"/>
              </a:spcBef>
              <a:spcAft>
                <a:spcPts val="0"/>
              </a:spcAft>
              <a:buClr>
                <a:srgbClr val="D8413E"/>
              </a:buClr>
              <a:buSzPts val="1000"/>
              <a:buFont typeface="Arial"/>
              <a:buNone/>
              <a:defRPr b="0" i="0" sz="1333" u="none" cap="none" strike="noStrike">
                <a:solidFill>
                  <a:srgbClr val="D8413E"/>
                </a:solidFill>
                <a:latin typeface="Arial"/>
                <a:ea typeface="Arial"/>
                <a:cs typeface="Arial"/>
                <a:sym typeface="Arial"/>
              </a:defRPr>
            </a:lvl3pPr>
            <a:lvl4pPr indent="0" lvl="3" marL="0" marR="0" rtl="0" algn="r">
              <a:lnSpc>
                <a:spcPct val="100000"/>
              </a:lnSpc>
              <a:spcBef>
                <a:spcPts val="0"/>
              </a:spcBef>
              <a:spcAft>
                <a:spcPts val="0"/>
              </a:spcAft>
              <a:buClr>
                <a:srgbClr val="D8413E"/>
              </a:buClr>
              <a:buSzPts val="1000"/>
              <a:buFont typeface="Arial"/>
              <a:buNone/>
              <a:defRPr b="0" i="0" sz="1333" u="none" cap="none" strike="noStrike">
                <a:solidFill>
                  <a:srgbClr val="D8413E"/>
                </a:solidFill>
                <a:latin typeface="Arial"/>
                <a:ea typeface="Arial"/>
                <a:cs typeface="Arial"/>
                <a:sym typeface="Arial"/>
              </a:defRPr>
            </a:lvl4pPr>
            <a:lvl5pPr indent="0" lvl="4" marL="0" marR="0" rtl="0" algn="r">
              <a:lnSpc>
                <a:spcPct val="100000"/>
              </a:lnSpc>
              <a:spcBef>
                <a:spcPts val="0"/>
              </a:spcBef>
              <a:spcAft>
                <a:spcPts val="0"/>
              </a:spcAft>
              <a:buClr>
                <a:srgbClr val="D8413E"/>
              </a:buClr>
              <a:buSzPts val="1000"/>
              <a:buFont typeface="Arial"/>
              <a:buNone/>
              <a:defRPr b="0" i="0" sz="1333" u="none" cap="none" strike="noStrike">
                <a:solidFill>
                  <a:srgbClr val="D8413E"/>
                </a:solidFill>
                <a:latin typeface="Arial"/>
                <a:ea typeface="Arial"/>
                <a:cs typeface="Arial"/>
                <a:sym typeface="Arial"/>
              </a:defRPr>
            </a:lvl5pPr>
            <a:lvl6pPr indent="0" lvl="5" marL="0" marR="0" rtl="0" algn="r">
              <a:lnSpc>
                <a:spcPct val="100000"/>
              </a:lnSpc>
              <a:spcBef>
                <a:spcPts val="0"/>
              </a:spcBef>
              <a:spcAft>
                <a:spcPts val="0"/>
              </a:spcAft>
              <a:buClr>
                <a:srgbClr val="D8413E"/>
              </a:buClr>
              <a:buSzPts val="1000"/>
              <a:buFont typeface="Arial"/>
              <a:buNone/>
              <a:defRPr b="0" i="0" sz="1333" u="none" cap="none" strike="noStrike">
                <a:solidFill>
                  <a:srgbClr val="D8413E"/>
                </a:solidFill>
                <a:latin typeface="Arial"/>
                <a:ea typeface="Arial"/>
                <a:cs typeface="Arial"/>
                <a:sym typeface="Arial"/>
              </a:defRPr>
            </a:lvl6pPr>
            <a:lvl7pPr indent="0" lvl="6" marL="0" marR="0" rtl="0" algn="r">
              <a:lnSpc>
                <a:spcPct val="100000"/>
              </a:lnSpc>
              <a:spcBef>
                <a:spcPts val="0"/>
              </a:spcBef>
              <a:spcAft>
                <a:spcPts val="0"/>
              </a:spcAft>
              <a:buClr>
                <a:srgbClr val="D8413E"/>
              </a:buClr>
              <a:buSzPts val="1000"/>
              <a:buFont typeface="Arial"/>
              <a:buNone/>
              <a:defRPr b="0" i="0" sz="1333" u="none" cap="none" strike="noStrike">
                <a:solidFill>
                  <a:srgbClr val="D8413E"/>
                </a:solidFill>
                <a:latin typeface="Arial"/>
                <a:ea typeface="Arial"/>
                <a:cs typeface="Arial"/>
                <a:sym typeface="Arial"/>
              </a:defRPr>
            </a:lvl7pPr>
            <a:lvl8pPr indent="0" lvl="7" marL="0" marR="0" rtl="0" algn="r">
              <a:lnSpc>
                <a:spcPct val="100000"/>
              </a:lnSpc>
              <a:spcBef>
                <a:spcPts val="0"/>
              </a:spcBef>
              <a:spcAft>
                <a:spcPts val="0"/>
              </a:spcAft>
              <a:buClr>
                <a:srgbClr val="D8413E"/>
              </a:buClr>
              <a:buSzPts val="1000"/>
              <a:buFont typeface="Arial"/>
              <a:buNone/>
              <a:defRPr b="0" i="0" sz="1333" u="none" cap="none" strike="noStrike">
                <a:solidFill>
                  <a:srgbClr val="D8413E"/>
                </a:solidFill>
                <a:latin typeface="Arial"/>
                <a:ea typeface="Arial"/>
                <a:cs typeface="Arial"/>
                <a:sym typeface="Arial"/>
              </a:defRPr>
            </a:lvl8pPr>
            <a:lvl9pPr indent="0" lvl="8" marL="0" marR="0" rtl="0" algn="r">
              <a:lnSpc>
                <a:spcPct val="100000"/>
              </a:lnSpc>
              <a:spcBef>
                <a:spcPts val="0"/>
              </a:spcBef>
              <a:spcAft>
                <a:spcPts val="0"/>
              </a:spcAft>
              <a:buClr>
                <a:srgbClr val="D8413E"/>
              </a:buClr>
              <a:buSzPts val="1000"/>
              <a:buFont typeface="Arial"/>
              <a:buNone/>
              <a:defRPr b="0" i="0" sz="1333" u="none" cap="none" strike="noStrike">
                <a:solidFill>
                  <a:srgbClr val="D8413E"/>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extLst>
    <p:ext uri="{DCECCB84-F9BA-43D5-87BE-67443E8EF086}">
      <p15:sldGuideLst>
        <p15:guide id="1" orient="horz" pos="316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und Inhalt - 2 Blöcke">
  <p:cSld name="Titel und Inhalt - 2 Blöcke">
    <p:spTree>
      <p:nvGrpSpPr>
        <p:cNvPr id="42" name="Shape 42"/>
        <p:cNvGrpSpPr/>
        <p:nvPr/>
      </p:nvGrpSpPr>
      <p:grpSpPr>
        <a:xfrm>
          <a:off x="0" y="0"/>
          <a:ext cx="0" cy="0"/>
          <a:chOff x="0" y="0"/>
          <a:chExt cx="0" cy="0"/>
        </a:xfrm>
      </p:grpSpPr>
      <p:sp>
        <p:nvSpPr>
          <p:cNvPr id="43" name="Google Shape;43;p25"/>
          <p:cNvSpPr txBox="1"/>
          <p:nvPr>
            <p:ph type="title"/>
          </p:nvPr>
        </p:nvSpPr>
        <p:spPr>
          <a:xfrm>
            <a:off x="609600" y="406397"/>
            <a:ext cx="10972800" cy="1011769"/>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2667"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1" i="0" sz="2667" u="none" cap="none" strike="noStrike">
                <a:solidFill>
                  <a:srgbClr val="262A3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1" i="0" sz="2667" u="none" cap="none" strike="noStrike">
                <a:solidFill>
                  <a:srgbClr val="262A3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1" i="0" sz="2667" u="none" cap="none" strike="noStrike">
                <a:solidFill>
                  <a:srgbClr val="262A3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1" i="0" sz="2667" u="none" cap="none" strike="noStrike">
                <a:solidFill>
                  <a:srgbClr val="262A3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667" u="none" cap="none" strike="noStrike">
                <a:solidFill>
                  <a:schemeClr val="dk1"/>
                </a:solidFill>
                <a:latin typeface="Poppins"/>
                <a:ea typeface="Poppins"/>
                <a:cs typeface="Poppins"/>
                <a:sym typeface="Poppins"/>
              </a:defRPr>
            </a:lvl6pPr>
            <a:lvl7pPr lvl="6" marR="0" rtl="0" algn="l">
              <a:lnSpc>
                <a:spcPct val="100000"/>
              </a:lnSpc>
              <a:spcBef>
                <a:spcPts val="0"/>
              </a:spcBef>
              <a:spcAft>
                <a:spcPts val="0"/>
              </a:spcAft>
              <a:buClr>
                <a:srgbClr val="000000"/>
              </a:buClr>
              <a:buSzPts val="1400"/>
              <a:buFont typeface="Arial"/>
              <a:buNone/>
              <a:defRPr b="0" i="0" sz="2667" u="none" cap="none" strike="noStrike">
                <a:solidFill>
                  <a:schemeClr val="dk1"/>
                </a:solidFill>
                <a:latin typeface="Poppins"/>
                <a:ea typeface="Poppins"/>
                <a:cs typeface="Poppins"/>
                <a:sym typeface="Poppins"/>
              </a:defRPr>
            </a:lvl7pPr>
            <a:lvl8pPr lvl="7" marR="0" rtl="0" algn="l">
              <a:lnSpc>
                <a:spcPct val="100000"/>
              </a:lnSpc>
              <a:spcBef>
                <a:spcPts val="0"/>
              </a:spcBef>
              <a:spcAft>
                <a:spcPts val="0"/>
              </a:spcAft>
              <a:buClr>
                <a:srgbClr val="000000"/>
              </a:buClr>
              <a:buSzPts val="1400"/>
              <a:buFont typeface="Arial"/>
              <a:buNone/>
              <a:defRPr b="0" i="0" sz="2667" u="none" cap="none" strike="noStrike">
                <a:solidFill>
                  <a:schemeClr val="dk1"/>
                </a:solidFill>
                <a:latin typeface="Poppins"/>
                <a:ea typeface="Poppins"/>
                <a:cs typeface="Poppins"/>
                <a:sym typeface="Poppins"/>
              </a:defRPr>
            </a:lvl8pPr>
            <a:lvl9pPr lvl="8" marR="0" rtl="0" algn="l">
              <a:lnSpc>
                <a:spcPct val="100000"/>
              </a:lnSpc>
              <a:spcBef>
                <a:spcPts val="0"/>
              </a:spcBef>
              <a:spcAft>
                <a:spcPts val="0"/>
              </a:spcAft>
              <a:buClr>
                <a:srgbClr val="000000"/>
              </a:buClr>
              <a:buSzPts val="1400"/>
              <a:buFont typeface="Arial"/>
              <a:buNone/>
              <a:defRPr b="0" i="0" sz="2667" u="none" cap="none" strike="noStrike">
                <a:solidFill>
                  <a:schemeClr val="dk1"/>
                </a:solidFill>
                <a:latin typeface="Poppins"/>
                <a:ea typeface="Poppins"/>
                <a:cs typeface="Poppins"/>
                <a:sym typeface="Poppins"/>
              </a:defRPr>
            </a:lvl9pPr>
          </a:lstStyle>
          <a:p/>
        </p:txBody>
      </p:sp>
      <p:sp>
        <p:nvSpPr>
          <p:cNvPr id="44" name="Google Shape;44;p25"/>
          <p:cNvSpPr txBox="1"/>
          <p:nvPr>
            <p:ph idx="1" type="body"/>
          </p:nvPr>
        </p:nvSpPr>
        <p:spPr>
          <a:xfrm>
            <a:off x="609600" y="2156177"/>
            <a:ext cx="5269653" cy="3969456"/>
          </a:xfrm>
          <a:prstGeom prst="rect">
            <a:avLst/>
          </a:prstGeom>
          <a:noFill/>
          <a:ln>
            <a:noFill/>
          </a:ln>
        </p:spPr>
        <p:txBody>
          <a:bodyPr anchorCtr="0" anchor="t" bIns="45700" lIns="91425" spcFirstLastPara="1" rIns="91425" wrap="square" tIns="45700">
            <a:noAutofit/>
          </a:bodyPr>
          <a:lstStyle>
            <a:lvl1pPr indent="-342900" lvl="0" marL="457200" marR="0" rtl="0" algn="l">
              <a:lnSpc>
                <a:spcPct val="100000"/>
              </a:lnSpc>
              <a:spcBef>
                <a:spcPts val="480"/>
              </a:spcBef>
              <a:spcAft>
                <a:spcPts val="0"/>
              </a:spcAft>
              <a:buClr>
                <a:srgbClr val="D8413E"/>
              </a:buClr>
              <a:buSzPts val="1800"/>
              <a:buFont typeface="Noto Sans Symbols"/>
              <a:buChar char="−"/>
              <a:defRPr b="0" i="0" sz="2400" u="none" cap="none" strike="noStrike">
                <a:solidFill>
                  <a:schemeClr val="dk1"/>
                </a:solidFill>
                <a:latin typeface="Arial"/>
                <a:ea typeface="Arial"/>
                <a:cs typeface="Arial"/>
                <a:sym typeface="Arial"/>
              </a:defRPr>
            </a:lvl1pPr>
            <a:lvl2pPr indent="-330200" lvl="1" marL="914400" marR="0" rtl="0" algn="l">
              <a:lnSpc>
                <a:spcPct val="100000"/>
              </a:lnSpc>
              <a:spcBef>
                <a:spcPts val="427"/>
              </a:spcBef>
              <a:spcAft>
                <a:spcPts val="0"/>
              </a:spcAft>
              <a:buClr>
                <a:srgbClr val="D8413E"/>
              </a:buClr>
              <a:buSzPts val="1600"/>
              <a:buFont typeface="Noto Sans Symbols"/>
              <a:buChar char="−"/>
              <a:defRPr b="0" i="0" sz="2133" u="none" cap="none" strike="noStrike">
                <a:solidFill>
                  <a:schemeClr val="dk1"/>
                </a:solidFill>
                <a:latin typeface="Arial"/>
                <a:ea typeface="Arial"/>
                <a:cs typeface="Arial"/>
                <a:sym typeface="Arial"/>
              </a:defRPr>
            </a:lvl2pPr>
            <a:lvl3pPr indent="-330200" lvl="2" marL="1371600" marR="0" rtl="0" algn="l">
              <a:lnSpc>
                <a:spcPct val="100000"/>
              </a:lnSpc>
              <a:spcBef>
                <a:spcPts val="427"/>
              </a:spcBef>
              <a:spcAft>
                <a:spcPts val="0"/>
              </a:spcAft>
              <a:buClr>
                <a:srgbClr val="D8413E"/>
              </a:buClr>
              <a:buSzPts val="1600"/>
              <a:buFont typeface="Noto Sans Symbols"/>
              <a:buChar char="−"/>
              <a:defRPr b="0" i="0" sz="2133" u="none" cap="none" strike="noStrike">
                <a:solidFill>
                  <a:schemeClr val="dk1"/>
                </a:solidFill>
                <a:latin typeface="Arial"/>
                <a:ea typeface="Arial"/>
                <a:cs typeface="Arial"/>
                <a:sym typeface="Arial"/>
              </a:defRPr>
            </a:lvl3pPr>
            <a:lvl4pPr indent="-330200" lvl="3" marL="1828800" marR="0" rtl="0" algn="l">
              <a:lnSpc>
                <a:spcPct val="100000"/>
              </a:lnSpc>
              <a:spcBef>
                <a:spcPts val="427"/>
              </a:spcBef>
              <a:spcAft>
                <a:spcPts val="0"/>
              </a:spcAft>
              <a:buClr>
                <a:srgbClr val="D8413E"/>
              </a:buClr>
              <a:buSzPts val="1600"/>
              <a:buFont typeface="Noto Sans Symbols"/>
              <a:buChar char="−"/>
              <a:defRPr b="0" i="0" sz="2133" u="none" cap="none" strike="noStrike">
                <a:solidFill>
                  <a:schemeClr val="dk1"/>
                </a:solidFill>
                <a:latin typeface="Arial"/>
                <a:ea typeface="Arial"/>
                <a:cs typeface="Arial"/>
                <a:sym typeface="Arial"/>
              </a:defRPr>
            </a:lvl4pPr>
            <a:lvl5pPr indent="-330200" lvl="4" marL="2286000" marR="0" rtl="0" algn="l">
              <a:lnSpc>
                <a:spcPct val="100000"/>
              </a:lnSpc>
              <a:spcBef>
                <a:spcPts val="427"/>
              </a:spcBef>
              <a:spcAft>
                <a:spcPts val="0"/>
              </a:spcAft>
              <a:buClr>
                <a:srgbClr val="D8413E"/>
              </a:buClr>
              <a:buSzPts val="1600"/>
              <a:buFont typeface="Noto Sans Symbols"/>
              <a:buChar char="−"/>
              <a:defRPr b="0" i="0" sz="2133" u="none" cap="none" strike="noStrike">
                <a:solidFill>
                  <a:schemeClr val="dk1"/>
                </a:solidFill>
                <a:latin typeface="Arial"/>
                <a:ea typeface="Arial"/>
                <a:cs typeface="Arial"/>
                <a:sym typeface="Arial"/>
              </a:defRPr>
            </a:lvl5pPr>
            <a:lvl6pPr indent="-355600" lvl="5" marL="2743200" marR="0" rtl="0" algn="l">
              <a:lnSpc>
                <a:spcPct val="100000"/>
              </a:lnSpc>
              <a:spcBef>
                <a:spcPts val="533"/>
              </a:spcBef>
              <a:spcAft>
                <a:spcPts val="0"/>
              </a:spcAft>
              <a:buClr>
                <a:schemeClr val="dk1"/>
              </a:buClr>
              <a:buSzPts val="2000"/>
              <a:buFont typeface="Arial"/>
              <a:buChar char="•"/>
              <a:defRPr b="0" i="0" sz="2667" u="none" cap="none" strike="noStrike">
                <a:solidFill>
                  <a:schemeClr val="dk1"/>
                </a:solidFill>
                <a:latin typeface="Arial"/>
                <a:ea typeface="Arial"/>
                <a:cs typeface="Arial"/>
                <a:sym typeface="Arial"/>
              </a:defRPr>
            </a:lvl6pPr>
            <a:lvl7pPr indent="-355600" lvl="6" marL="3200400" marR="0" rtl="0" algn="l">
              <a:lnSpc>
                <a:spcPct val="100000"/>
              </a:lnSpc>
              <a:spcBef>
                <a:spcPts val="533"/>
              </a:spcBef>
              <a:spcAft>
                <a:spcPts val="0"/>
              </a:spcAft>
              <a:buClr>
                <a:schemeClr val="dk1"/>
              </a:buClr>
              <a:buSzPts val="2000"/>
              <a:buFont typeface="Arial"/>
              <a:buChar char="•"/>
              <a:defRPr b="0" i="0" sz="2667" u="none" cap="none" strike="noStrike">
                <a:solidFill>
                  <a:schemeClr val="dk1"/>
                </a:solidFill>
                <a:latin typeface="Arial"/>
                <a:ea typeface="Arial"/>
                <a:cs typeface="Arial"/>
                <a:sym typeface="Arial"/>
              </a:defRPr>
            </a:lvl7pPr>
            <a:lvl8pPr indent="-355600" lvl="7" marL="3657600" marR="0" rtl="0" algn="l">
              <a:lnSpc>
                <a:spcPct val="100000"/>
              </a:lnSpc>
              <a:spcBef>
                <a:spcPts val="533"/>
              </a:spcBef>
              <a:spcAft>
                <a:spcPts val="0"/>
              </a:spcAft>
              <a:buClr>
                <a:schemeClr val="dk1"/>
              </a:buClr>
              <a:buSzPts val="2000"/>
              <a:buFont typeface="Arial"/>
              <a:buChar char="•"/>
              <a:defRPr b="0" i="0" sz="2667" u="none" cap="none" strike="noStrike">
                <a:solidFill>
                  <a:schemeClr val="dk1"/>
                </a:solidFill>
                <a:latin typeface="Arial"/>
                <a:ea typeface="Arial"/>
                <a:cs typeface="Arial"/>
                <a:sym typeface="Arial"/>
              </a:defRPr>
            </a:lvl8pPr>
            <a:lvl9pPr indent="-355600" lvl="8" marL="4114800" marR="0" rtl="0" algn="l">
              <a:lnSpc>
                <a:spcPct val="100000"/>
              </a:lnSpc>
              <a:spcBef>
                <a:spcPts val="533"/>
              </a:spcBef>
              <a:spcAft>
                <a:spcPts val="0"/>
              </a:spcAft>
              <a:buClr>
                <a:schemeClr val="dk1"/>
              </a:buClr>
              <a:buSzPts val="2000"/>
              <a:buFont typeface="Arial"/>
              <a:buChar char="•"/>
              <a:defRPr b="0" i="0" sz="2667" u="none" cap="none" strike="noStrike">
                <a:solidFill>
                  <a:schemeClr val="dk1"/>
                </a:solidFill>
                <a:latin typeface="Arial"/>
                <a:ea typeface="Arial"/>
                <a:cs typeface="Arial"/>
                <a:sym typeface="Arial"/>
              </a:defRPr>
            </a:lvl9pPr>
          </a:lstStyle>
          <a:p/>
        </p:txBody>
      </p:sp>
      <p:sp>
        <p:nvSpPr>
          <p:cNvPr id="45" name="Google Shape;45;p25"/>
          <p:cNvSpPr txBox="1"/>
          <p:nvPr>
            <p:ph idx="2" type="body"/>
          </p:nvPr>
        </p:nvSpPr>
        <p:spPr>
          <a:xfrm>
            <a:off x="609600" y="1519451"/>
            <a:ext cx="10972800" cy="485456"/>
          </a:xfrm>
          <a:prstGeom prst="rect">
            <a:avLst/>
          </a:prstGeom>
          <a:noFill/>
          <a:ln>
            <a:noFill/>
          </a:ln>
        </p:spPr>
        <p:txBody>
          <a:bodyPr anchorCtr="0" anchor="b" bIns="45700" lIns="91425" spcFirstLastPara="1" rIns="91425" wrap="square" tIns="45700">
            <a:noAutofit/>
          </a:bodyPr>
          <a:lstStyle>
            <a:lvl1pPr indent="-228600" lvl="0" marL="457200" marR="0" rtl="0" algn="l">
              <a:lnSpc>
                <a:spcPct val="100000"/>
              </a:lnSpc>
              <a:spcBef>
                <a:spcPts val="373"/>
              </a:spcBef>
              <a:spcAft>
                <a:spcPts val="0"/>
              </a:spcAft>
              <a:buClr>
                <a:srgbClr val="000000"/>
              </a:buClr>
              <a:buSzPts val="1400"/>
              <a:buFont typeface="Arial"/>
              <a:buNone/>
              <a:defRPr b="0" i="0" sz="1867" u="none" cap="none" strike="noStrike">
                <a:solidFill>
                  <a:schemeClr val="dk1"/>
                </a:solidFill>
                <a:latin typeface="Arial"/>
                <a:ea typeface="Arial"/>
                <a:cs typeface="Arial"/>
                <a:sym typeface="Arial"/>
              </a:defRPr>
            </a:lvl1pPr>
            <a:lvl2pPr indent="-228600" lvl="1" marL="914400" marR="0" rtl="0" algn="l">
              <a:lnSpc>
                <a:spcPct val="100000"/>
              </a:lnSpc>
              <a:spcBef>
                <a:spcPts val="48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100000"/>
              </a:lnSpc>
              <a:spcBef>
                <a:spcPts val="320"/>
              </a:spcBef>
              <a:spcAft>
                <a:spcPts val="0"/>
              </a:spcAft>
              <a:buClr>
                <a:srgbClr val="000000"/>
              </a:buClr>
              <a:buSzPts val="1400"/>
              <a:buFont typeface="Arial"/>
              <a:buNone/>
              <a:defRPr b="0" i="0" sz="1600" u="none" cap="none" strike="noStrike">
                <a:solidFill>
                  <a:schemeClr val="dk1"/>
                </a:solidFill>
                <a:latin typeface="Arial"/>
                <a:ea typeface="Arial"/>
                <a:cs typeface="Arial"/>
                <a:sym typeface="Arial"/>
              </a:defRPr>
            </a:lvl3pPr>
            <a:lvl4pPr indent="-228600" lvl="3" marL="1828800" marR="0" rtl="0" algn="l">
              <a:lnSpc>
                <a:spcPct val="100000"/>
              </a:lnSpc>
              <a:spcBef>
                <a:spcPts val="320"/>
              </a:spcBef>
              <a:spcAft>
                <a:spcPts val="0"/>
              </a:spcAft>
              <a:buClr>
                <a:srgbClr val="000000"/>
              </a:buClr>
              <a:buSzPts val="1400"/>
              <a:buFont typeface="Arial"/>
              <a:buNone/>
              <a:defRPr b="0" i="0" sz="1600" u="none" cap="none" strike="noStrike">
                <a:solidFill>
                  <a:schemeClr val="dk1"/>
                </a:solidFill>
                <a:latin typeface="Arial"/>
                <a:ea typeface="Arial"/>
                <a:cs typeface="Arial"/>
                <a:sym typeface="Arial"/>
              </a:defRPr>
            </a:lvl4pPr>
            <a:lvl5pPr indent="-228600" lvl="4" marL="2286000" marR="0" rtl="0" algn="l">
              <a:lnSpc>
                <a:spcPct val="100000"/>
              </a:lnSpc>
              <a:spcBef>
                <a:spcPts val="320"/>
              </a:spcBef>
              <a:spcAft>
                <a:spcPts val="0"/>
              </a:spcAft>
              <a:buClr>
                <a:srgbClr val="000000"/>
              </a:buClr>
              <a:buSzPts val="1400"/>
              <a:buFont typeface="Arial"/>
              <a:buNone/>
              <a:defRPr b="0" i="0" sz="1600" u="none" cap="none" strike="noStrike">
                <a:solidFill>
                  <a:schemeClr val="dk1"/>
                </a:solidFill>
                <a:latin typeface="Arial"/>
                <a:ea typeface="Arial"/>
                <a:cs typeface="Arial"/>
                <a:sym typeface="Arial"/>
              </a:defRPr>
            </a:lvl5pPr>
            <a:lvl6pPr indent="-355600" lvl="5" marL="2743200" marR="0" rtl="0" algn="l">
              <a:lnSpc>
                <a:spcPct val="100000"/>
              </a:lnSpc>
              <a:spcBef>
                <a:spcPts val="533"/>
              </a:spcBef>
              <a:spcAft>
                <a:spcPts val="0"/>
              </a:spcAft>
              <a:buClr>
                <a:schemeClr val="dk1"/>
              </a:buClr>
              <a:buSzPts val="2000"/>
              <a:buFont typeface="Arial"/>
              <a:buChar char="•"/>
              <a:defRPr b="0" i="0" sz="2667" u="none" cap="none" strike="noStrike">
                <a:solidFill>
                  <a:schemeClr val="dk1"/>
                </a:solidFill>
                <a:latin typeface="Arial"/>
                <a:ea typeface="Arial"/>
                <a:cs typeface="Arial"/>
                <a:sym typeface="Arial"/>
              </a:defRPr>
            </a:lvl6pPr>
            <a:lvl7pPr indent="-355600" lvl="6" marL="3200400" marR="0" rtl="0" algn="l">
              <a:lnSpc>
                <a:spcPct val="100000"/>
              </a:lnSpc>
              <a:spcBef>
                <a:spcPts val="533"/>
              </a:spcBef>
              <a:spcAft>
                <a:spcPts val="0"/>
              </a:spcAft>
              <a:buClr>
                <a:schemeClr val="dk1"/>
              </a:buClr>
              <a:buSzPts val="2000"/>
              <a:buFont typeface="Arial"/>
              <a:buChar char="•"/>
              <a:defRPr b="0" i="0" sz="2667" u="none" cap="none" strike="noStrike">
                <a:solidFill>
                  <a:schemeClr val="dk1"/>
                </a:solidFill>
                <a:latin typeface="Arial"/>
                <a:ea typeface="Arial"/>
                <a:cs typeface="Arial"/>
                <a:sym typeface="Arial"/>
              </a:defRPr>
            </a:lvl7pPr>
            <a:lvl8pPr indent="-355600" lvl="7" marL="3657600" marR="0" rtl="0" algn="l">
              <a:lnSpc>
                <a:spcPct val="100000"/>
              </a:lnSpc>
              <a:spcBef>
                <a:spcPts val="533"/>
              </a:spcBef>
              <a:spcAft>
                <a:spcPts val="0"/>
              </a:spcAft>
              <a:buClr>
                <a:schemeClr val="dk1"/>
              </a:buClr>
              <a:buSzPts val="2000"/>
              <a:buFont typeface="Arial"/>
              <a:buChar char="•"/>
              <a:defRPr b="0" i="0" sz="2667" u="none" cap="none" strike="noStrike">
                <a:solidFill>
                  <a:schemeClr val="dk1"/>
                </a:solidFill>
                <a:latin typeface="Arial"/>
                <a:ea typeface="Arial"/>
                <a:cs typeface="Arial"/>
                <a:sym typeface="Arial"/>
              </a:defRPr>
            </a:lvl8pPr>
            <a:lvl9pPr indent="-355600" lvl="8" marL="4114800" marR="0" rtl="0" algn="l">
              <a:lnSpc>
                <a:spcPct val="100000"/>
              </a:lnSpc>
              <a:spcBef>
                <a:spcPts val="533"/>
              </a:spcBef>
              <a:spcAft>
                <a:spcPts val="0"/>
              </a:spcAft>
              <a:buClr>
                <a:schemeClr val="dk1"/>
              </a:buClr>
              <a:buSzPts val="2000"/>
              <a:buFont typeface="Arial"/>
              <a:buChar char="•"/>
              <a:defRPr b="0" i="0" sz="2667" u="none" cap="none" strike="noStrike">
                <a:solidFill>
                  <a:schemeClr val="dk1"/>
                </a:solidFill>
                <a:latin typeface="Arial"/>
                <a:ea typeface="Arial"/>
                <a:cs typeface="Arial"/>
                <a:sym typeface="Arial"/>
              </a:defRPr>
            </a:lvl9pPr>
          </a:lstStyle>
          <a:p/>
        </p:txBody>
      </p:sp>
      <p:sp>
        <p:nvSpPr>
          <p:cNvPr id="46" name="Google Shape;46;p25"/>
          <p:cNvSpPr txBox="1"/>
          <p:nvPr>
            <p:ph idx="3" type="body"/>
          </p:nvPr>
        </p:nvSpPr>
        <p:spPr>
          <a:xfrm>
            <a:off x="6299200" y="2156177"/>
            <a:ext cx="5283200" cy="3969456"/>
          </a:xfrm>
          <a:prstGeom prst="rect">
            <a:avLst/>
          </a:prstGeom>
          <a:noFill/>
          <a:ln>
            <a:noFill/>
          </a:ln>
        </p:spPr>
        <p:txBody>
          <a:bodyPr anchorCtr="0" anchor="t" bIns="45700" lIns="91425" spcFirstLastPara="1" rIns="91425" wrap="square" tIns="45700">
            <a:noAutofit/>
          </a:bodyPr>
          <a:lstStyle>
            <a:lvl1pPr indent="-342900" lvl="0" marL="457200" marR="0" rtl="0" algn="l">
              <a:lnSpc>
                <a:spcPct val="100000"/>
              </a:lnSpc>
              <a:spcBef>
                <a:spcPts val="480"/>
              </a:spcBef>
              <a:spcAft>
                <a:spcPts val="0"/>
              </a:spcAft>
              <a:buClr>
                <a:srgbClr val="D8413E"/>
              </a:buClr>
              <a:buSzPts val="1800"/>
              <a:buFont typeface="Noto Sans Symbols"/>
              <a:buChar char="−"/>
              <a:defRPr b="0" i="0" sz="2400" u="none" cap="none" strike="noStrike">
                <a:solidFill>
                  <a:schemeClr val="dk1"/>
                </a:solidFill>
                <a:latin typeface="Arial"/>
                <a:ea typeface="Arial"/>
                <a:cs typeface="Arial"/>
                <a:sym typeface="Arial"/>
              </a:defRPr>
            </a:lvl1pPr>
            <a:lvl2pPr indent="-330200" lvl="1" marL="914400" marR="0" rtl="0" algn="l">
              <a:lnSpc>
                <a:spcPct val="100000"/>
              </a:lnSpc>
              <a:spcBef>
                <a:spcPts val="427"/>
              </a:spcBef>
              <a:spcAft>
                <a:spcPts val="0"/>
              </a:spcAft>
              <a:buClr>
                <a:srgbClr val="D8413E"/>
              </a:buClr>
              <a:buSzPts val="1600"/>
              <a:buFont typeface="Noto Sans Symbols"/>
              <a:buChar char="−"/>
              <a:defRPr b="0" i="0" sz="2133" u="none" cap="none" strike="noStrike">
                <a:solidFill>
                  <a:schemeClr val="dk1"/>
                </a:solidFill>
                <a:latin typeface="Arial"/>
                <a:ea typeface="Arial"/>
                <a:cs typeface="Arial"/>
                <a:sym typeface="Arial"/>
              </a:defRPr>
            </a:lvl2pPr>
            <a:lvl3pPr indent="-330200" lvl="2" marL="1371600" marR="0" rtl="0" algn="l">
              <a:lnSpc>
                <a:spcPct val="100000"/>
              </a:lnSpc>
              <a:spcBef>
                <a:spcPts val="427"/>
              </a:spcBef>
              <a:spcAft>
                <a:spcPts val="0"/>
              </a:spcAft>
              <a:buClr>
                <a:srgbClr val="D8413E"/>
              </a:buClr>
              <a:buSzPts val="1600"/>
              <a:buFont typeface="Noto Sans Symbols"/>
              <a:buChar char="−"/>
              <a:defRPr b="0" i="0" sz="2133" u="none" cap="none" strike="noStrike">
                <a:solidFill>
                  <a:schemeClr val="dk1"/>
                </a:solidFill>
                <a:latin typeface="Arial"/>
                <a:ea typeface="Arial"/>
                <a:cs typeface="Arial"/>
                <a:sym typeface="Arial"/>
              </a:defRPr>
            </a:lvl3pPr>
            <a:lvl4pPr indent="-330200" lvl="3" marL="1828800" marR="0" rtl="0" algn="l">
              <a:lnSpc>
                <a:spcPct val="100000"/>
              </a:lnSpc>
              <a:spcBef>
                <a:spcPts val="427"/>
              </a:spcBef>
              <a:spcAft>
                <a:spcPts val="0"/>
              </a:spcAft>
              <a:buClr>
                <a:srgbClr val="D8413E"/>
              </a:buClr>
              <a:buSzPts val="1600"/>
              <a:buFont typeface="Noto Sans Symbols"/>
              <a:buChar char="−"/>
              <a:defRPr b="0" i="0" sz="2133" u="none" cap="none" strike="noStrike">
                <a:solidFill>
                  <a:schemeClr val="dk1"/>
                </a:solidFill>
                <a:latin typeface="Arial"/>
                <a:ea typeface="Arial"/>
                <a:cs typeface="Arial"/>
                <a:sym typeface="Arial"/>
              </a:defRPr>
            </a:lvl4pPr>
            <a:lvl5pPr indent="-330200" lvl="4" marL="2286000" marR="0" rtl="0" algn="l">
              <a:lnSpc>
                <a:spcPct val="100000"/>
              </a:lnSpc>
              <a:spcBef>
                <a:spcPts val="427"/>
              </a:spcBef>
              <a:spcAft>
                <a:spcPts val="0"/>
              </a:spcAft>
              <a:buClr>
                <a:srgbClr val="D8413E"/>
              </a:buClr>
              <a:buSzPts val="1600"/>
              <a:buFont typeface="Noto Sans Symbols"/>
              <a:buChar char="−"/>
              <a:defRPr b="0" i="0" sz="2133" u="none" cap="none" strike="noStrike">
                <a:solidFill>
                  <a:schemeClr val="dk1"/>
                </a:solidFill>
                <a:latin typeface="Arial"/>
                <a:ea typeface="Arial"/>
                <a:cs typeface="Arial"/>
                <a:sym typeface="Arial"/>
              </a:defRPr>
            </a:lvl5pPr>
            <a:lvl6pPr indent="-355600" lvl="5" marL="2743200" marR="0" rtl="0" algn="l">
              <a:lnSpc>
                <a:spcPct val="100000"/>
              </a:lnSpc>
              <a:spcBef>
                <a:spcPts val="533"/>
              </a:spcBef>
              <a:spcAft>
                <a:spcPts val="0"/>
              </a:spcAft>
              <a:buClr>
                <a:schemeClr val="dk1"/>
              </a:buClr>
              <a:buSzPts val="2000"/>
              <a:buFont typeface="Arial"/>
              <a:buChar char="•"/>
              <a:defRPr b="0" i="0" sz="2667" u="none" cap="none" strike="noStrike">
                <a:solidFill>
                  <a:schemeClr val="dk1"/>
                </a:solidFill>
                <a:latin typeface="Arial"/>
                <a:ea typeface="Arial"/>
                <a:cs typeface="Arial"/>
                <a:sym typeface="Arial"/>
              </a:defRPr>
            </a:lvl6pPr>
            <a:lvl7pPr indent="-355600" lvl="6" marL="3200400" marR="0" rtl="0" algn="l">
              <a:lnSpc>
                <a:spcPct val="100000"/>
              </a:lnSpc>
              <a:spcBef>
                <a:spcPts val="533"/>
              </a:spcBef>
              <a:spcAft>
                <a:spcPts val="0"/>
              </a:spcAft>
              <a:buClr>
                <a:schemeClr val="dk1"/>
              </a:buClr>
              <a:buSzPts val="2000"/>
              <a:buFont typeface="Arial"/>
              <a:buChar char="•"/>
              <a:defRPr b="0" i="0" sz="2667" u="none" cap="none" strike="noStrike">
                <a:solidFill>
                  <a:schemeClr val="dk1"/>
                </a:solidFill>
                <a:latin typeface="Arial"/>
                <a:ea typeface="Arial"/>
                <a:cs typeface="Arial"/>
                <a:sym typeface="Arial"/>
              </a:defRPr>
            </a:lvl7pPr>
            <a:lvl8pPr indent="-355600" lvl="7" marL="3657600" marR="0" rtl="0" algn="l">
              <a:lnSpc>
                <a:spcPct val="100000"/>
              </a:lnSpc>
              <a:spcBef>
                <a:spcPts val="533"/>
              </a:spcBef>
              <a:spcAft>
                <a:spcPts val="0"/>
              </a:spcAft>
              <a:buClr>
                <a:schemeClr val="dk1"/>
              </a:buClr>
              <a:buSzPts val="2000"/>
              <a:buFont typeface="Arial"/>
              <a:buChar char="•"/>
              <a:defRPr b="0" i="0" sz="2667" u="none" cap="none" strike="noStrike">
                <a:solidFill>
                  <a:schemeClr val="dk1"/>
                </a:solidFill>
                <a:latin typeface="Arial"/>
                <a:ea typeface="Arial"/>
                <a:cs typeface="Arial"/>
                <a:sym typeface="Arial"/>
              </a:defRPr>
            </a:lvl8pPr>
            <a:lvl9pPr indent="-355600" lvl="8" marL="4114800" marR="0" rtl="0" algn="l">
              <a:lnSpc>
                <a:spcPct val="100000"/>
              </a:lnSpc>
              <a:spcBef>
                <a:spcPts val="533"/>
              </a:spcBef>
              <a:spcAft>
                <a:spcPts val="0"/>
              </a:spcAft>
              <a:buClr>
                <a:schemeClr val="dk1"/>
              </a:buClr>
              <a:buSzPts val="2000"/>
              <a:buFont typeface="Arial"/>
              <a:buChar char="•"/>
              <a:defRPr b="0" i="0" sz="2667" u="none" cap="none" strike="noStrike">
                <a:solidFill>
                  <a:schemeClr val="dk1"/>
                </a:solidFill>
                <a:latin typeface="Arial"/>
                <a:ea typeface="Arial"/>
                <a:cs typeface="Arial"/>
                <a:sym typeface="Arial"/>
              </a:defRPr>
            </a:lvl9pPr>
          </a:lstStyle>
          <a:p/>
        </p:txBody>
      </p:sp>
      <p:sp>
        <p:nvSpPr>
          <p:cNvPr id="47" name="Google Shape;47;p25"/>
          <p:cNvSpPr txBox="1"/>
          <p:nvPr>
            <p:ph idx="12" type="sldNum"/>
          </p:nvPr>
        </p:nvSpPr>
        <p:spPr>
          <a:xfrm>
            <a:off x="10598151" y="6505433"/>
            <a:ext cx="990600" cy="272955"/>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D8413E"/>
              </a:buClr>
              <a:buSzPts val="1000"/>
              <a:buFont typeface="Arial"/>
              <a:buNone/>
              <a:defRPr b="0" i="0" sz="1333" u="none" cap="none" strike="noStrike">
                <a:solidFill>
                  <a:srgbClr val="D8413E"/>
                </a:solidFill>
                <a:latin typeface="Arial"/>
                <a:ea typeface="Arial"/>
                <a:cs typeface="Arial"/>
                <a:sym typeface="Arial"/>
              </a:defRPr>
            </a:lvl1pPr>
            <a:lvl2pPr indent="0" lvl="1" marL="0" marR="0" rtl="0" algn="r">
              <a:lnSpc>
                <a:spcPct val="100000"/>
              </a:lnSpc>
              <a:spcBef>
                <a:spcPts val="0"/>
              </a:spcBef>
              <a:spcAft>
                <a:spcPts val="0"/>
              </a:spcAft>
              <a:buClr>
                <a:srgbClr val="D8413E"/>
              </a:buClr>
              <a:buSzPts val="1000"/>
              <a:buFont typeface="Arial"/>
              <a:buNone/>
              <a:defRPr b="0" i="0" sz="1333" u="none" cap="none" strike="noStrike">
                <a:solidFill>
                  <a:srgbClr val="D8413E"/>
                </a:solidFill>
                <a:latin typeface="Arial"/>
                <a:ea typeface="Arial"/>
                <a:cs typeface="Arial"/>
                <a:sym typeface="Arial"/>
              </a:defRPr>
            </a:lvl2pPr>
            <a:lvl3pPr indent="0" lvl="2" marL="0" marR="0" rtl="0" algn="r">
              <a:lnSpc>
                <a:spcPct val="100000"/>
              </a:lnSpc>
              <a:spcBef>
                <a:spcPts val="0"/>
              </a:spcBef>
              <a:spcAft>
                <a:spcPts val="0"/>
              </a:spcAft>
              <a:buClr>
                <a:srgbClr val="D8413E"/>
              </a:buClr>
              <a:buSzPts val="1000"/>
              <a:buFont typeface="Arial"/>
              <a:buNone/>
              <a:defRPr b="0" i="0" sz="1333" u="none" cap="none" strike="noStrike">
                <a:solidFill>
                  <a:srgbClr val="D8413E"/>
                </a:solidFill>
                <a:latin typeface="Arial"/>
                <a:ea typeface="Arial"/>
                <a:cs typeface="Arial"/>
                <a:sym typeface="Arial"/>
              </a:defRPr>
            </a:lvl3pPr>
            <a:lvl4pPr indent="0" lvl="3" marL="0" marR="0" rtl="0" algn="r">
              <a:lnSpc>
                <a:spcPct val="100000"/>
              </a:lnSpc>
              <a:spcBef>
                <a:spcPts val="0"/>
              </a:spcBef>
              <a:spcAft>
                <a:spcPts val="0"/>
              </a:spcAft>
              <a:buClr>
                <a:srgbClr val="D8413E"/>
              </a:buClr>
              <a:buSzPts val="1000"/>
              <a:buFont typeface="Arial"/>
              <a:buNone/>
              <a:defRPr b="0" i="0" sz="1333" u="none" cap="none" strike="noStrike">
                <a:solidFill>
                  <a:srgbClr val="D8413E"/>
                </a:solidFill>
                <a:latin typeface="Arial"/>
                <a:ea typeface="Arial"/>
                <a:cs typeface="Arial"/>
                <a:sym typeface="Arial"/>
              </a:defRPr>
            </a:lvl4pPr>
            <a:lvl5pPr indent="0" lvl="4" marL="0" marR="0" rtl="0" algn="r">
              <a:lnSpc>
                <a:spcPct val="100000"/>
              </a:lnSpc>
              <a:spcBef>
                <a:spcPts val="0"/>
              </a:spcBef>
              <a:spcAft>
                <a:spcPts val="0"/>
              </a:spcAft>
              <a:buClr>
                <a:srgbClr val="D8413E"/>
              </a:buClr>
              <a:buSzPts val="1000"/>
              <a:buFont typeface="Arial"/>
              <a:buNone/>
              <a:defRPr b="0" i="0" sz="1333" u="none" cap="none" strike="noStrike">
                <a:solidFill>
                  <a:srgbClr val="D8413E"/>
                </a:solidFill>
                <a:latin typeface="Arial"/>
                <a:ea typeface="Arial"/>
                <a:cs typeface="Arial"/>
                <a:sym typeface="Arial"/>
              </a:defRPr>
            </a:lvl5pPr>
            <a:lvl6pPr indent="0" lvl="5" marL="0" marR="0" rtl="0" algn="r">
              <a:lnSpc>
                <a:spcPct val="100000"/>
              </a:lnSpc>
              <a:spcBef>
                <a:spcPts val="0"/>
              </a:spcBef>
              <a:spcAft>
                <a:spcPts val="0"/>
              </a:spcAft>
              <a:buClr>
                <a:srgbClr val="D8413E"/>
              </a:buClr>
              <a:buSzPts val="1000"/>
              <a:buFont typeface="Arial"/>
              <a:buNone/>
              <a:defRPr b="0" i="0" sz="1333" u="none" cap="none" strike="noStrike">
                <a:solidFill>
                  <a:srgbClr val="D8413E"/>
                </a:solidFill>
                <a:latin typeface="Arial"/>
                <a:ea typeface="Arial"/>
                <a:cs typeface="Arial"/>
                <a:sym typeface="Arial"/>
              </a:defRPr>
            </a:lvl6pPr>
            <a:lvl7pPr indent="0" lvl="6" marL="0" marR="0" rtl="0" algn="r">
              <a:lnSpc>
                <a:spcPct val="100000"/>
              </a:lnSpc>
              <a:spcBef>
                <a:spcPts val="0"/>
              </a:spcBef>
              <a:spcAft>
                <a:spcPts val="0"/>
              </a:spcAft>
              <a:buClr>
                <a:srgbClr val="D8413E"/>
              </a:buClr>
              <a:buSzPts val="1000"/>
              <a:buFont typeface="Arial"/>
              <a:buNone/>
              <a:defRPr b="0" i="0" sz="1333" u="none" cap="none" strike="noStrike">
                <a:solidFill>
                  <a:srgbClr val="D8413E"/>
                </a:solidFill>
                <a:latin typeface="Arial"/>
                <a:ea typeface="Arial"/>
                <a:cs typeface="Arial"/>
                <a:sym typeface="Arial"/>
              </a:defRPr>
            </a:lvl7pPr>
            <a:lvl8pPr indent="0" lvl="7" marL="0" marR="0" rtl="0" algn="r">
              <a:lnSpc>
                <a:spcPct val="100000"/>
              </a:lnSpc>
              <a:spcBef>
                <a:spcPts val="0"/>
              </a:spcBef>
              <a:spcAft>
                <a:spcPts val="0"/>
              </a:spcAft>
              <a:buClr>
                <a:srgbClr val="D8413E"/>
              </a:buClr>
              <a:buSzPts val="1000"/>
              <a:buFont typeface="Arial"/>
              <a:buNone/>
              <a:defRPr b="0" i="0" sz="1333" u="none" cap="none" strike="noStrike">
                <a:solidFill>
                  <a:srgbClr val="D8413E"/>
                </a:solidFill>
                <a:latin typeface="Arial"/>
                <a:ea typeface="Arial"/>
                <a:cs typeface="Arial"/>
                <a:sym typeface="Arial"/>
              </a:defRPr>
            </a:lvl8pPr>
            <a:lvl9pPr indent="0" lvl="8" marL="0" marR="0" rtl="0" algn="r">
              <a:lnSpc>
                <a:spcPct val="100000"/>
              </a:lnSpc>
              <a:spcBef>
                <a:spcPts val="0"/>
              </a:spcBef>
              <a:spcAft>
                <a:spcPts val="0"/>
              </a:spcAft>
              <a:buClr>
                <a:srgbClr val="D8413E"/>
              </a:buClr>
              <a:buSzPts val="1000"/>
              <a:buFont typeface="Arial"/>
              <a:buNone/>
              <a:defRPr b="0" i="0" sz="1333" u="none" cap="none" strike="noStrike">
                <a:solidFill>
                  <a:srgbClr val="D8413E"/>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0"/>
          <p:cNvSpPr txBox="1"/>
          <p:nvPr>
            <p:ph type="title"/>
          </p:nvPr>
        </p:nvSpPr>
        <p:spPr>
          <a:xfrm>
            <a:off x="609600" y="275167"/>
            <a:ext cx="10972800" cy="11430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2000" u="none" cap="none" strike="noStrike">
                <a:solidFill>
                  <a:srgbClr val="262A3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1" i="0" sz="2000" u="none" cap="none" strike="noStrike">
                <a:solidFill>
                  <a:srgbClr val="262A3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1" i="0" sz="2000" u="none" cap="none" strike="noStrike">
                <a:solidFill>
                  <a:srgbClr val="262A3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1" i="0" sz="2000" u="none" cap="none" strike="noStrike">
                <a:solidFill>
                  <a:srgbClr val="262A3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1" i="0" sz="2000" u="none" cap="none" strike="noStrike">
                <a:solidFill>
                  <a:srgbClr val="262A3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Poppins"/>
                <a:ea typeface="Poppins"/>
                <a:cs typeface="Poppins"/>
                <a:sym typeface="Poppins"/>
              </a:defRPr>
            </a:lvl6pPr>
            <a:lvl7pPr lvl="6"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Poppins"/>
                <a:ea typeface="Poppins"/>
                <a:cs typeface="Poppins"/>
                <a:sym typeface="Poppins"/>
              </a:defRPr>
            </a:lvl7pPr>
            <a:lvl8pPr lvl="7"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Poppins"/>
                <a:ea typeface="Poppins"/>
                <a:cs typeface="Poppins"/>
                <a:sym typeface="Poppins"/>
              </a:defRPr>
            </a:lvl8pPr>
            <a:lvl9pPr lvl="8"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Poppins"/>
                <a:ea typeface="Poppins"/>
                <a:cs typeface="Poppins"/>
                <a:sym typeface="Poppins"/>
              </a:defRPr>
            </a:lvl9pPr>
          </a:lstStyle>
          <a:p/>
        </p:txBody>
      </p:sp>
      <p:sp>
        <p:nvSpPr>
          <p:cNvPr id="11" name="Google Shape;11;p20"/>
          <p:cNvSpPr txBox="1"/>
          <p:nvPr>
            <p:ph idx="1" type="body"/>
          </p:nvPr>
        </p:nvSpPr>
        <p:spPr>
          <a:xfrm>
            <a:off x="609600" y="1418167"/>
            <a:ext cx="10972800" cy="470746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240"/>
              </a:spcBef>
              <a:spcAft>
                <a:spcPts val="0"/>
              </a:spcAft>
              <a:buClr>
                <a:srgbClr val="000000"/>
              </a:buClr>
              <a:buSzPts val="1400"/>
              <a:buFont typeface="Arial"/>
              <a:buNone/>
              <a:defRPr b="0" i="0" sz="1200" u="none" cap="none" strike="noStrike">
                <a:solidFill>
                  <a:srgbClr val="262A31"/>
                </a:solidFill>
                <a:latin typeface="Arial"/>
                <a:ea typeface="Arial"/>
                <a:cs typeface="Arial"/>
                <a:sym typeface="Arial"/>
              </a:defRPr>
            </a:lvl1pPr>
            <a:lvl2pPr indent="-228600" lvl="1" marL="914400" marR="0" rtl="0" algn="l">
              <a:lnSpc>
                <a:spcPct val="100000"/>
              </a:lnSpc>
              <a:spcBef>
                <a:spcPts val="36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indent="-228600" lvl="2" marL="1371600" marR="0" rtl="0" algn="l">
              <a:lnSpc>
                <a:spcPct val="100000"/>
              </a:lnSpc>
              <a:spcBef>
                <a:spcPts val="24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24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24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 name="Shape 27"/>
        <p:cNvGrpSpPr/>
        <p:nvPr/>
      </p:nvGrpSpPr>
      <p:grpSpPr>
        <a:xfrm>
          <a:off x="0" y="0"/>
          <a:ext cx="0" cy="0"/>
          <a:chOff x="0" y="0"/>
          <a:chExt cx="0" cy="0"/>
        </a:xfrm>
      </p:grpSpPr>
      <p:cxnSp>
        <p:nvCxnSpPr>
          <p:cNvPr id="28" name="Google Shape;28;p22"/>
          <p:cNvCxnSpPr/>
          <p:nvPr/>
        </p:nvCxnSpPr>
        <p:spPr>
          <a:xfrm>
            <a:off x="0" y="207433"/>
            <a:ext cx="609600" cy="0"/>
          </a:xfrm>
          <a:prstGeom prst="straightConnector1">
            <a:avLst/>
          </a:prstGeom>
          <a:noFill/>
          <a:ln cap="flat" cmpd="sng" w="9525">
            <a:solidFill>
              <a:srgbClr val="262A31"/>
            </a:solidFill>
            <a:prstDash val="solid"/>
            <a:round/>
            <a:headEnd len="sm" w="sm" type="none"/>
            <a:tailEnd len="sm" w="sm" type="none"/>
          </a:ln>
        </p:spPr>
      </p:cxnSp>
      <p:pic>
        <p:nvPicPr>
          <p:cNvPr id="29" name="Google Shape;29;p22"/>
          <p:cNvPicPr preferRelativeResize="0"/>
          <p:nvPr/>
        </p:nvPicPr>
        <p:blipFill rotWithShape="1">
          <a:blip r:embed="rId1">
            <a:alphaModFix/>
          </a:blip>
          <a:srcRect b="0" l="0" r="0" t="0"/>
          <a:stretch/>
        </p:blipFill>
        <p:spPr>
          <a:xfrm>
            <a:off x="609601" y="6359155"/>
            <a:ext cx="729764" cy="432000"/>
          </a:xfrm>
          <a:prstGeom prst="rect">
            <a:avLst/>
          </a:prstGeom>
          <a:noFill/>
          <a:ln>
            <a:noFill/>
          </a:ln>
        </p:spPr>
      </p:pic>
      <p:cxnSp>
        <p:nvCxnSpPr>
          <p:cNvPr id="30" name="Google Shape;30;p22"/>
          <p:cNvCxnSpPr/>
          <p:nvPr/>
        </p:nvCxnSpPr>
        <p:spPr>
          <a:xfrm>
            <a:off x="609600" y="6284893"/>
            <a:ext cx="10972800" cy="0"/>
          </a:xfrm>
          <a:prstGeom prst="straightConnector1">
            <a:avLst/>
          </a:prstGeom>
          <a:noFill/>
          <a:ln cap="flat" cmpd="sng" w="9525">
            <a:solidFill>
              <a:srgbClr val="79B2D4"/>
            </a:solidFill>
            <a:prstDash val="solid"/>
            <a:round/>
            <a:headEnd len="sm" w="sm" type="none"/>
            <a:tailEnd len="sm" w="sm" type="none"/>
          </a:ln>
        </p:spPr>
      </p:cxnSp>
      <p:sp>
        <p:nvSpPr>
          <p:cNvPr id="31" name="Google Shape;31;p22"/>
          <p:cNvSpPr txBox="1"/>
          <p:nvPr/>
        </p:nvSpPr>
        <p:spPr>
          <a:xfrm>
            <a:off x="1539393" y="6406916"/>
            <a:ext cx="9047328" cy="492388"/>
          </a:xfrm>
          <a:prstGeom prst="rect">
            <a:avLst/>
          </a:prstGeom>
          <a:noFill/>
          <a:ln>
            <a:noFill/>
          </a:ln>
        </p:spPr>
        <p:txBody>
          <a:bodyPr anchorCtr="0" anchor="t" bIns="60925" lIns="121900" spcFirstLastPara="1" rIns="121900" wrap="square" tIns="60925">
            <a:spAutoFit/>
          </a:bodyPr>
          <a:lstStyle/>
          <a:p>
            <a:pPr indent="0" lvl="0" marL="0" marR="0" rtl="0" algn="l">
              <a:spcBef>
                <a:spcPts val="0"/>
              </a:spcBef>
              <a:spcAft>
                <a:spcPts val="0"/>
              </a:spcAft>
              <a:buClr>
                <a:srgbClr val="595959"/>
              </a:buClr>
              <a:buSzPts val="1200"/>
              <a:buFont typeface="Arial"/>
              <a:buNone/>
            </a:pPr>
            <a:r>
              <a:rPr b="0" i="0" lang="de-DE" sz="1200" u="none" cap="none" strike="noStrike">
                <a:solidFill>
                  <a:srgbClr val="595959"/>
                </a:solidFill>
                <a:latin typeface="Arial"/>
                <a:ea typeface="Arial"/>
                <a:cs typeface="Arial"/>
                <a:sym typeface="Arial"/>
              </a:rPr>
              <a:t>Institute for Medical Informatics, Statistics, and Epidemiology (IMISE)</a:t>
            </a:r>
            <a:endParaRPr b="0" i="0" sz="24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1"/>
              </a:buClr>
              <a:buSzPts val="1200"/>
              <a:buFont typeface="Arial"/>
              <a:buNone/>
            </a:pPr>
            <a:r>
              <a:t/>
            </a:r>
            <a:endParaRPr b="0" i="0" sz="1200" u="none" cap="none" strike="noStrike">
              <a:solidFill>
                <a:srgbClr val="595959"/>
              </a:solidFill>
              <a:latin typeface="Arial"/>
              <a:ea typeface="Arial"/>
              <a:cs typeface="Arial"/>
              <a:sym typeface="Arial"/>
            </a:endParaRPr>
          </a:p>
        </p:txBody>
      </p:sp>
      <p:sp>
        <p:nvSpPr>
          <p:cNvPr id="32" name="Google Shape;32;p22"/>
          <p:cNvSpPr txBox="1"/>
          <p:nvPr/>
        </p:nvSpPr>
        <p:spPr>
          <a:xfrm>
            <a:off x="609601" y="30228"/>
            <a:ext cx="9335911" cy="369277"/>
          </a:xfrm>
          <a:prstGeom prst="rect">
            <a:avLst/>
          </a:prstGeom>
          <a:noFill/>
          <a:ln>
            <a:noFill/>
          </a:ln>
        </p:spPr>
        <p:txBody>
          <a:bodyPr anchorCtr="0" anchor="t" bIns="60925" lIns="121900" spcFirstLastPara="1" rIns="121900" wrap="square" tIns="60925">
            <a:spAutoFit/>
          </a:bodyPr>
          <a:lstStyle/>
          <a:p>
            <a:pPr indent="0" lvl="0" marL="0" marR="0" rtl="0" algn="l">
              <a:spcBef>
                <a:spcPts val="0"/>
              </a:spcBef>
              <a:spcAft>
                <a:spcPts val="0"/>
              </a:spcAft>
              <a:buClr>
                <a:schemeClr val="dk1"/>
              </a:buClr>
              <a:buSzPts val="1600"/>
              <a:buFont typeface="Arial"/>
              <a:buNone/>
            </a:pPr>
            <a:r>
              <a:rPr b="1" i="0" lang="de-DE" sz="1600" u="none" cap="none" strike="noStrike">
                <a:solidFill>
                  <a:schemeClr val="dk1"/>
                </a:solidFill>
                <a:latin typeface="Arial"/>
                <a:ea typeface="Arial"/>
                <a:cs typeface="Arial"/>
                <a:sym typeface="Arial"/>
              </a:rPr>
              <a:t>TRANSFORMATION TO HL7 FHIR </a:t>
            </a:r>
            <a:r>
              <a:rPr b="0" i="0" lang="de-DE" sz="1600" u="none" cap="none" strike="noStrike">
                <a:solidFill>
                  <a:schemeClr val="dk1"/>
                </a:solidFill>
                <a:latin typeface="Arial"/>
                <a:ea typeface="Arial"/>
                <a:cs typeface="Arial"/>
                <a:sym typeface="Arial"/>
              </a:rPr>
              <a:t>| Architecture of IS in GW </a:t>
            </a:r>
            <a:endParaRPr b="0" i="0" sz="24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2" r:id="rId2"/>
    <p:sldLayoutId id="2147483653" r:id="rId3"/>
    <p:sldLayoutId id="2147483654"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comments" Target="../comments/comment1.xml"/><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comments" Target="../comments/comment2.xml"/><Relationship Id="rId4" Type="http://schemas.openxmlformats.org/officeDocument/2006/relationships/image" Target="../media/image9.png"/><Relationship Id="rId5"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comments" Target="../comments/commen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1"/>
          <p:cNvSpPr txBox="1"/>
          <p:nvPr>
            <p:ph type="ctrTitle"/>
          </p:nvPr>
        </p:nvSpPr>
        <p:spPr>
          <a:xfrm>
            <a:off x="393701" y="2772833"/>
            <a:ext cx="10790767" cy="1981200"/>
          </a:xfrm>
          <a:prstGeom prst="rect">
            <a:avLst/>
          </a:prstGeom>
          <a:no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1400"/>
              <a:buNone/>
            </a:pPr>
            <a:r>
              <a:rPr lang="de-DE"/>
              <a:t>Transformation of a CSV data set </a:t>
            </a:r>
            <a:br>
              <a:rPr lang="de-DE"/>
            </a:br>
            <a:r>
              <a:rPr lang="de-DE"/>
              <a:t>to HL7 FHIR</a:t>
            </a:r>
            <a:endParaRPr/>
          </a:p>
        </p:txBody>
      </p:sp>
      <p:sp>
        <p:nvSpPr>
          <p:cNvPr id="53" name="Google Shape;53;p1"/>
          <p:cNvSpPr txBox="1"/>
          <p:nvPr>
            <p:ph idx="1" type="subTitle"/>
          </p:nvPr>
        </p:nvSpPr>
        <p:spPr>
          <a:xfrm>
            <a:off x="393700" y="2142067"/>
            <a:ext cx="11260417" cy="630767"/>
          </a:xfrm>
          <a:prstGeom prst="rect">
            <a:avLst/>
          </a:prstGeom>
          <a:noFill/>
          <a:ln>
            <a:noFill/>
          </a:ln>
        </p:spPr>
        <p:txBody>
          <a:bodyPr anchorCtr="0" anchor="b" bIns="60925" lIns="121900" spcFirstLastPara="1" rIns="121900" wrap="square" tIns="60925">
            <a:noAutofit/>
          </a:bodyPr>
          <a:lstStyle/>
          <a:p>
            <a:pPr indent="0" lvl="0" marL="0" rtl="0" algn="l">
              <a:lnSpc>
                <a:spcPct val="100000"/>
              </a:lnSpc>
              <a:spcBef>
                <a:spcPts val="0"/>
              </a:spcBef>
              <a:spcAft>
                <a:spcPts val="0"/>
              </a:spcAft>
              <a:buSzPts val="1800"/>
              <a:buNone/>
            </a:pPr>
            <a:r>
              <a:rPr lang="de-DE"/>
              <a:t>Architecture of IS in GW / Information management in clinical research</a:t>
            </a:r>
            <a:endParaRPr>
              <a:latin typeface="Arial"/>
              <a:ea typeface="Arial"/>
              <a:cs typeface="Arial"/>
              <a:sym typeface="Arial"/>
            </a:endParaRPr>
          </a:p>
        </p:txBody>
      </p:sp>
      <p:sp>
        <p:nvSpPr>
          <p:cNvPr id="54" name="Google Shape;54;p1"/>
          <p:cNvSpPr/>
          <p:nvPr>
            <p:ph idx="3" type="pic"/>
          </p:nvPr>
        </p:nvSpPr>
        <p:spPr>
          <a:xfrm>
            <a:off x="3297767" y="5918201"/>
            <a:ext cx="2726267" cy="690033"/>
          </a:xfrm>
          <a:prstGeom prst="rect">
            <a:avLst/>
          </a:prstGeom>
          <a:noFill/>
          <a:ln>
            <a:noFill/>
          </a:ln>
        </p:spPr>
      </p:sp>
      <p:sp>
        <p:nvSpPr>
          <p:cNvPr id="55" name="Google Shape;55;p1"/>
          <p:cNvSpPr txBox="1"/>
          <p:nvPr>
            <p:ph idx="4294967295" type="body"/>
          </p:nvPr>
        </p:nvSpPr>
        <p:spPr>
          <a:xfrm>
            <a:off x="393701" y="4800601"/>
            <a:ext cx="4993217" cy="690033"/>
          </a:xfrm>
          <a:prstGeom prst="rect">
            <a:avLst/>
          </a:prstGeom>
          <a:no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1400"/>
              <a:buNone/>
            </a:pPr>
            <a:r>
              <a:rPr lang="de-DE" sz="2133"/>
              <a:t>Leipzig, date</a:t>
            </a:r>
            <a:endParaRPr/>
          </a:p>
        </p:txBody>
      </p:sp>
      <p:pic>
        <p:nvPicPr>
          <p:cNvPr descr="Ein Bild, das Text, Schrift, Logo, Grafiken enthält.&#10;&#10;Automatisch generierte Beschreibung" id="56" name="Google Shape;56;p1"/>
          <p:cNvPicPr preferRelativeResize="0"/>
          <p:nvPr>
            <p:ph idx="2" type="pic"/>
          </p:nvPr>
        </p:nvPicPr>
        <p:blipFill rotWithShape="1">
          <a:blip r:embed="rId3">
            <a:alphaModFix/>
          </a:blip>
          <a:srcRect b="4943" l="0" r="0" t="4943"/>
          <a:stretch/>
        </p:blipFill>
        <p:spPr>
          <a:xfrm>
            <a:off x="394250" y="5919049"/>
            <a:ext cx="2798129" cy="69003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2"/>
          <p:cNvSpPr txBox="1"/>
          <p:nvPr>
            <p:ph type="title"/>
          </p:nvPr>
        </p:nvSpPr>
        <p:spPr>
          <a:xfrm>
            <a:off x="609601" y="406399"/>
            <a:ext cx="10979151" cy="1011767"/>
          </a:xfrm>
          <a:prstGeom prst="rect">
            <a:avLst/>
          </a:prstGeom>
          <a:noFill/>
          <a:ln>
            <a:noFill/>
          </a:ln>
        </p:spPr>
        <p:txBody>
          <a:bodyPr anchorCtr="0" anchor="b" bIns="60925" lIns="121900" spcFirstLastPara="1" rIns="121900" wrap="square" tIns="60925">
            <a:noAutofit/>
          </a:bodyPr>
          <a:lstStyle/>
          <a:p>
            <a:pPr indent="0" lvl="0" marL="0" marR="0" rtl="0" algn="l">
              <a:lnSpc>
                <a:spcPct val="100000"/>
              </a:lnSpc>
              <a:spcBef>
                <a:spcPts val="0"/>
              </a:spcBef>
              <a:spcAft>
                <a:spcPts val="0"/>
              </a:spcAft>
              <a:buSzPts val="1400"/>
              <a:buNone/>
            </a:pPr>
            <a:r>
              <a:rPr lang="de-DE"/>
              <a:t>CONTENTS</a:t>
            </a:r>
            <a:endParaRPr/>
          </a:p>
        </p:txBody>
      </p:sp>
      <p:sp>
        <p:nvSpPr>
          <p:cNvPr id="62" name="Google Shape;62;p2"/>
          <p:cNvSpPr txBox="1"/>
          <p:nvPr>
            <p:ph idx="1" type="body"/>
          </p:nvPr>
        </p:nvSpPr>
        <p:spPr>
          <a:xfrm>
            <a:off x="609601" y="1631323"/>
            <a:ext cx="10979151" cy="4505599"/>
          </a:xfrm>
          <a:prstGeom prst="rect">
            <a:avLst/>
          </a:prstGeom>
          <a:noFill/>
          <a:ln>
            <a:noFill/>
          </a:ln>
        </p:spPr>
        <p:txBody>
          <a:bodyPr anchorCtr="0" anchor="t" bIns="60925" lIns="121900" spcFirstLastPara="1" rIns="121900" wrap="square" tIns="60925">
            <a:noAutofit/>
          </a:bodyPr>
          <a:lstStyle/>
          <a:p>
            <a:pPr indent="-359824" lvl="0" marL="359824" rtl="0" algn="l">
              <a:lnSpc>
                <a:spcPct val="100000"/>
              </a:lnSpc>
              <a:spcBef>
                <a:spcPts val="0"/>
              </a:spcBef>
              <a:spcAft>
                <a:spcPts val="0"/>
              </a:spcAft>
              <a:buSzPts val="1800"/>
              <a:buFont typeface="Noto Sans Symbols"/>
              <a:buAutoNum type="arabicPeriod"/>
            </a:pPr>
            <a:r>
              <a:rPr b="1" lang="de-DE"/>
              <a:t>Background</a:t>
            </a:r>
            <a:endParaRPr/>
          </a:p>
          <a:p>
            <a:pPr indent="-342891" lvl="1" marL="952476" rtl="0" algn="l">
              <a:lnSpc>
                <a:spcPct val="100000"/>
              </a:lnSpc>
              <a:spcBef>
                <a:spcPts val="427"/>
              </a:spcBef>
              <a:spcAft>
                <a:spcPts val="0"/>
              </a:spcAft>
              <a:buSzPts val="1600"/>
              <a:buAutoNum type="alphaLcPeriod"/>
            </a:pPr>
            <a:r>
              <a:rPr lang="de-DE"/>
              <a:t>Communication server</a:t>
            </a:r>
            <a:endParaRPr/>
          </a:p>
          <a:p>
            <a:pPr indent="-342891" lvl="1" marL="952476" rtl="0" algn="l">
              <a:lnSpc>
                <a:spcPct val="100000"/>
              </a:lnSpc>
              <a:spcBef>
                <a:spcPts val="427"/>
              </a:spcBef>
              <a:spcAft>
                <a:spcPts val="0"/>
              </a:spcAft>
              <a:buSzPts val="1600"/>
              <a:buAutoNum type="alphaLcPeriod"/>
            </a:pPr>
            <a:r>
              <a:rPr lang="de-DE"/>
              <a:t>FHIR</a:t>
            </a:r>
            <a:endParaRPr/>
          </a:p>
          <a:p>
            <a:pPr indent="-359824" lvl="0" marL="359824" rtl="0" algn="l">
              <a:lnSpc>
                <a:spcPct val="100000"/>
              </a:lnSpc>
              <a:spcBef>
                <a:spcPts val="427"/>
              </a:spcBef>
              <a:spcAft>
                <a:spcPts val="0"/>
              </a:spcAft>
              <a:buSzPts val="1800"/>
              <a:buAutoNum type="arabicPeriod"/>
            </a:pPr>
            <a:r>
              <a:rPr b="1" lang="de-DE"/>
              <a:t>NextGen Connect </a:t>
            </a:r>
            <a:r>
              <a:rPr lang="de-DE"/>
              <a:t>(formerly Mirth Connect)</a:t>
            </a:r>
            <a:endParaRPr/>
          </a:p>
          <a:p>
            <a:pPr indent="-342891" lvl="1" marL="952476" rtl="0" algn="l">
              <a:lnSpc>
                <a:spcPct val="100000"/>
              </a:lnSpc>
              <a:spcBef>
                <a:spcPts val="427"/>
              </a:spcBef>
              <a:spcAft>
                <a:spcPts val="0"/>
              </a:spcAft>
              <a:buSzPts val="1600"/>
              <a:buAutoNum type="alphaLcPeriod"/>
            </a:pPr>
            <a:r>
              <a:rPr lang="de-DE"/>
              <a:t>Transformation process</a:t>
            </a:r>
            <a:endParaRPr/>
          </a:p>
          <a:p>
            <a:pPr indent="-342891" lvl="1" marL="952476" rtl="0" algn="l">
              <a:lnSpc>
                <a:spcPct val="100000"/>
              </a:lnSpc>
              <a:spcBef>
                <a:spcPts val="427"/>
              </a:spcBef>
              <a:spcAft>
                <a:spcPts val="0"/>
              </a:spcAft>
              <a:buSzPts val="1600"/>
              <a:buAutoNum type="alphaLcPeriod"/>
            </a:pPr>
            <a:r>
              <a:rPr lang="de-DE"/>
              <a:t>FHIR templates</a:t>
            </a:r>
            <a:endParaRPr/>
          </a:p>
          <a:p>
            <a:pPr indent="-342891" lvl="1" marL="952476" rtl="0" algn="l">
              <a:lnSpc>
                <a:spcPct val="100000"/>
              </a:lnSpc>
              <a:spcBef>
                <a:spcPts val="427"/>
              </a:spcBef>
              <a:spcAft>
                <a:spcPts val="0"/>
              </a:spcAft>
              <a:buSzPts val="1600"/>
              <a:buAutoNum type="alphaLcPeriod"/>
            </a:pPr>
            <a:r>
              <a:rPr lang="de-DE"/>
              <a:t>Channels</a:t>
            </a:r>
            <a:endParaRPr/>
          </a:p>
          <a:p>
            <a:pPr indent="-342891" lvl="1" marL="952476" rtl="0" algn="l">
              <a:lnSpc>
                <a:spcPct val="100000"/>
              </a:lnSpc>
              <a:spcBef>
                <a:spcPts val="427"/>
              </a:spcBef>
              <a:spcAft>
                <a:spcPts val="0"/>
              </a:spcAft>
              <a:buSzPts val="1600"/>
              <a:buAutoNum type="alphaLcPeriod"/>
            </a:pPr>
            <a:r>
              <a:rPr lang="de-DE"/>
              <a:t>Filters &amp;amp; Transformers</a:t>
            </a:r>
            <a:endParaRPr/>
          </a:p>
          <a:p>
            <a:pPr indent="-359824" lvl="0" marL="359824" rtl="0" algn="l">
              <a:lnSpc>
                <a:spcPct val="100000"/>
              </a:lnSpc>
              <a:spcBef>
                <a:spcPts val="427"/>
              </a:spcBef>
              <a:spcAft>
                <a:spcPts val="0"/>
              </a:spcAft>
              <a:buSzPts val="1800"/>
              <a:buAutoNum type="arabicPeriod"/>
            </a:pPr>
            <a:r>
              <a:rPr b="1" lang="de-DE"/>
              <a:t>Exercise</a:t>
            </a:r>
            <a:endParaRPr b="1"/>
          </a:p>
          <a:p>
            <a:pPr indent="0" lvl="0" marL="952476" rtl="0" algn="l">
              <a:lnSpc>
                <a:spcPct val="100000"/>
              </a:lnSpc>
              <a:spcBef>
                <a:spcPts val="427"/>
              </a:spcBef>
              <a:spcAft>
                <a:spcPts val="0"/>
              </a:spcAft>
              <a:buSzPts val="1800"/>
              <a:buNone/>
            </a:pPr>
            <a:r>
              <a:t/>
            </a:r>
            <a:endParaRPr/>
          </a:p>
          <a:p>
            <a:pPr indent="-207428" lvl="0" marL="359824" rtl="0" algn="l">
              <a:lnSpc>
                <a:spcPct val="100000"/>
              </a:lnSpc>
              <a:spcBef>
                <a:spcPts val="480"/>
              </a:spcBef>
              <a:spcAft>
                <a:spcPts val="0"/>
              </a:spcAft>
              <a:buSzPts val="1800"/>
              <a:buNone/>
            </a:pPr>
            <a:r>
              <a:t/>
            </a:r>
            <a:endParaRPr/>
          </a:p>
        </p:txBody>
      </p:sp>
      <p:sp>
        <p:nvSpPr>
          <p:cNvPr id="63" name="Google Shape;63;p2"/>
          <p:cNvSpPr txBox="1"/>
          <p:nvPr>
            <p:ph idx="12" type="sldNum"/>
          </p:nvPr>
        </p:nvSpPr>
        <p:spPr>
          <a:xfrm>
            <a:off x="10598151" y="6505433"/>
            <a:ext cx="990600" cy="272955"/>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1000"/>
              <a:buNone/>
            </a:pPr>
            <a:fld id="{00000000-1234-1234-1234-123412341234}" type="slidenum">
              <a:rPr lang="de-DE"/>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3"/>
          <p:cNvSpPr txBox="1"/>
          <p:nvPr>
            <p:ph type="title"/>
          </p:nvPr>
        </p:nvSpPr>
        <p:spPr>
          <a:xfrm>
            <a:off x="609600" y="406399"/>
            <a:ext cx="10979200" cy="1011600"/>
          </a:xfrm>
          <a:prstGeom prst="rect">
            <a:avLst/>
          </a:prstGeom>
          <a:noFill/>
          <a:ln>
            <a:noFill/>
          </a:ln>
        </p:spPr>
        <p:txBody>
          <a:bodyPr anchorCtr="0" anchor="b" bIns="60925" lIns="121900" spcFirstLastPara="1" rIns="121900" wrap="square" tIns="60925">
            <a:noAutofit/>
          </a:bodyPr>
          <a:lstStyle/>
          <a:p>
            <a:pPr indent="0" lvl="0" marL="0" marR="0" rtl="0" algn="l">
              <a:lnSpc>
                <a:spcPct val="100000"/>
              </a:lnSpc>
              <a:spcBef>
                <a:spcPts val="0"/>
              </a:spcBef>
              <a:spcAft>
                <a:spcPts val="0"/>
              </a:spcAft>
              <a:buSzPts val="1400"/>
              <a:buNone/>
            </a:pPr>
            <a:r>
              <a:rPr lang="de-DE"/>
              <a:t>COMMUNICATION SERVER</a:t>
            </a:r>
            <a:endParaRPr/>
          </a:p>
        </p:txBody>
      </p:sp>
      <p:sp>
        <p:nvSpPr>
          <p:cNvPr id="69" name="Google Shape;69;p3"/>
          <p:cNvSpPr txBox="1"/>
          <p:nvPr>
            <p:ph idx="1" type="body"/>
          </p:nvPr>
        </p:nvSpPr>
        <p:spPr>
          <a:xfrm>
            <a:off x="609600" y="1631323"/>
            <a:ext cx="10979200" cy="4505600"/>
          </a:xfrm>
          <a:prstGeom prst="rect">
            <a:avLst/>
          </a:prstGeom>
          <a:noFill/>
          <a:ln>
            <a:noFill/>
          </a:ln>
        </p:spPr>
        <p:txBody>
          <a:bodyPr anchorCtr="0" anchor="t" bIns="60925" lIns="121900" spcFirstLastPara="1" rIns="121900" wrap="square" tIns="60925">
            <a:noAutofit/>
          </a:bodyPr>
          <a:lstStyle/>
          <a:p>
            <a:pPr indent="-359824" lvl="0" marL="359824" rtl="0" algn="l">
              <a:lnSpc>
                <a:spcPct val="100000"/>
              </a:lnSpc>
              <a:spcBef>
                <a:spcPts val="0"/>
              </a:spcBef>
              <a:spcAft>
                <a:spcPts val="0"/>
              </a:spcAft>
              <a:buSzPts val="1800"/>
              <a:buChar char="−"/>
            </a:pPr>
            <a:r>
              <a:rPr b="1" lang="de-DE"/>
              <a:t>Fun</a:t>
            </a:r>
            <a:r>
              <a:rPr b="1" lang="de-DE"/>
              <a:t>ction</a:t>
            </a:r>
            <a:endParaRPr b="1"/>
          </a:p>
          <a:p>
            <a:pPr indent="-342891" lvl="1" marL="952476" rtl="0" algn="l">
              <a:lnSpc>
                <a:spcPct val="100000"/>
              </a:lnSpc>
              <a:spcBef>
                <a:spcPts val="427"/>
              </a:spcBef>
              <a:spcAft>
                <a:spcPts val="0"/>
              </a:spcAft>
              <a:buSzPts val="1600"/>
              <a:buChar char="−"/>
            </a:pPr>
            <a:r>
              <a:rPr lang="de-DE"/>
              <a:t>Central distribution of messages</a:t>
            </a:r>
            <a:endParaRPr/>
          </a:p>
          <a:p>
            <a:pPr indent="-342891" lvl="1" marL="952476" rtl="0" algn="l">
              <a:lnSpc>
                <a:spcPct val="100000"/>
              </a:lnSpc>
              <a:spcBef>
                <a:spcPts val="427"/>
              </a:spcBef>
              <a:spcAft>
                <a:spcPts val="0"/>
              </a:spcAft>
              <a:buSzPts val="1600"/>
              <a:buChar char="−"/>
            </a:pPr>
            <a:r>
              <a:rPr lang="de-DE"/>
              <a:t>Filter</a:t>
            </a:r>
            <a:endParaRPr/>
          </a:p>
          <a:p>
            <a:pPr indent="-342891" lvl="1" marL="952476" rtl="0" algn="l">
              <a:lnSpc>
                <a:spcPct val="100000"/>
              </a:lnSpc>
              <a:spcBef>
                <a:spcPts val="427"/>
              </a:spcBef>
              <a:spcAft>
                <a:spcPts val="0"/>
              </a:spcAft>
              <a:buSzPts val="1600"/>
              <a:buChar char="−"/>
            </a:pPr>
            <a:r>
              <a:rPr lang="de-DE"/>
              <a:t>Transformation</a:t>
            </a:r>
            <a:endParaRPr/>
          </a:p>
          <a:p>
            <a:pPr indent="-342891" lvl="1" marL="952476" rtl="0" algn="l">
              <a:lnSpc>
                <a:spcPct val="100000"/>
              </a:lnSpc>
              <a:spcBef>
                <a:spcPts val="427"/>
              </a:spcBef>
              <a:spcAft>
                <a:spcPts val="0"/>
              </a:spcAft>
              <a:buSzPts val="1600"/>
              <a:buChar char="−"/>
            </a:pPr>
            <a:r>
              <a:rPr lang="de-DE"/>
              <a:t>Avoidance of n*m communication interfaces</a:t>
            </a:r>
            <a:endParaRPr/>
          </a:p>
          <a:p>
            <a:pPr indent="-359824" lvl="0" marL="359824" rtl="0" algn="l">
              <a:lnSpc>
                <a:spcPct val="100000"/>
              </a:lnSpc>
              <a:spcBef>
                <a:spcPts val="480"/>
              </a:spcBef>
              <a:spcAft>
                <a:spcPts val="0"/>
              </a:spcAft>
              <a:buSzPts val="1800"/>
              <a:buChar char="−"/>
            </a:pPr>
            <a:r>
              <a:rPr b="1" lang="de-DE"/>
              <a:t>Software products</a:t>
            </a:r>
            <a:r>
              <a:rPr lang="de-DE"/>
              <a:t>:</a:t>
            </a:r>
            <a:endParaRPr/>
          </a:p>
          <a:p>
            <a:pPr indent="-342891" lvl="1" marL="952476" rtl="0" algn="l">
              <a:lnSpc>
                <a:spcPct val="100000"/>
              </a:lnSpc>
              <a:spcBef>
                <a:spcPts val="427"/>
              </a:spcBef>
              <a:spcAft>
                <a:spcPts val="0"/>
              </a:spcAft>
              <a:buSzPts val="1600"/>
              <a:buChar char="−"/>
            </a:pPr>
            <a:r>
              <a:rPr lang="de-DE"/>
              <a:t>eGate</a:t>
            </a:r>
            <a:endParaRPr/>
          </a:p>
          <a:p>
            <a:pPr indent="-342891" lvl="1" marL="952476" rtl="0" algn="l">
              <a:lnSpc>
                <a:spcPct val="100000"/>
              </a:lnSpc>
              <a:spcBef>
                <a:spcPts val="427"/>
              </a:spcBef>
              <a:spcAft>
                <a:spcPts val="0"/>
              </a:spcAft>
              <a:buSzPts val="1600"/>
              <a:buChar char="−"/>
            </a:pPr>
            <a:r>
              <a:rPr lang="de-DE"/>
              <a:t>Kodix (UKL)</a:t>
            </a:r>
            <a:endParaRPr/>
          </a:p>
          <a:p>
            <a:pPr indent="-342891" lvl="1" marL="952476" rtl="0" algn="l">
              <a:lnSpc>
                <a:spcPct val="100000"/>
              </a:lnSpc>
              <a:spcBef>
                <a:spcPts val="427"/>
              </a:spcBef>
              <a:spcAft>
                <a:spcPts val="0"/>
              </a:spcAft>
              <a:buSzPts val="1600"/>
              <a:buChar char="−"/>
            </a:pPr>
            <a:r>
              <a:rPr b="1" lang="de-DE"/>
              <a:t>NextGen Connect </a:t>
            </a:r>
            <a:r>
              <a:rPr lang="de-DE"/>
              <a:t>(formerly Mirth Connect)</a:t>
            </a:r>
            <a:endParaRPr/>
          </a:p>
          <a:p>
            <a:pPr indent="-207428" lvl="0" marL="359824" rtl="0" algn="l">
              <a:lnSpc>
                <a:spcPct val="100000"/>
              </a:lnSpc>
              <a:spcBef>
                <a:spcPts val="480"/>
              </a:spcBef>
              <a:spcAft>
                <a:spcPts val="0"/>
              </a:spcAft>
              <a:buSzPts val="1800"/>
              <a:buNone/>
            </a:pPr>
            <a:r>
              <a:t/>
            </a:r>
            <a:endParaRPr/>
          </a:p>
        </p:txBody>
      </p:sp>
      <p:sp>
        <p:nvSpPr>
          <p:cNvPr id="70" name="Google Shape;70;p3"/>
          <p:cNvSpPr txBox="1"/>
          <p:nvPr>
            <p:ph idx="12" type="sldNum"/>
          </p:nvPr>
        </p:nvSpPr>
        <p:spPr>
          <a:xfrm>
            <a:off x="10598151" y="6505433"/>
            <a:ext cx="990800" cy="2728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1000"/>
              <a:buNone/>
            </a:pPr>
            <a:fld id="{00000000-1234-1234-1234-123412341234}" type="slidenum">
              <a:rPr lang="de-DE"/>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4"/>
          <p:cNvSpPr txBox="1"/>
          <p:nvPr>
            <p:ph type="title"/>
          </p:nvPr>
        </p:nvSpPr>
        <p:spPr>
          <a:xfrm>
            <a:off x="609601" y="406399"/>
            <a:ext cx="10979151" cy="1011767"/>
          </a:xfrm>
          <a:prstGeom prst="rect">
            <a:avLst/>
          </a:prstGeom>
          <a:noFill/>
          <a:ln>
            <a:noFill/>
          </a:ln>
        </p:spPr>
        <p:txBody>
          <a:bodyPr anchorCtr="0" anchor="b" bIns="60925" lIns="121900" spcFirstLastPara="1" rIns="121900" wrap="square" tIns="60925">
            <a:noAutofit/>
          </a:bodyPr>
          <a:lstStyle/>
          <a:p>
            <a:pPr indent="0" lvl="0" marL="0" marR="0" rtl="0" algn="l">
              <a:lnSpc>
                <a:spcPct val="100000"/>
              </a:lnSpc>
              <a:spcBef>
                <a:spcPts val="0"/>
              </a:spcBef>
              <a:spcAft>
                <a:spcPts val="0"/>
              </a:spcAft>
              <a:buSzPts val="1400"/>
              <a:buNone/>
            </a:pPr>
            <a:r>
              <a:rPr lang="de-DE"/>
              <a:t>COMMUNICATION SERVER</a:t>
            </a:r>
            <a:endParaRPr/>
          </a:p>
        </p:txBody>
      </p:sp>
      <p:sp>
        <p:nvSpPr>
          <p:cNvPr id="76" name="Google Shape;76;p4"/>
          <p:cNvSpPr txBox="1"/>
          <p:nvPr>
            <p:ph idx="12" type="sldNum"/>
          </p:nvPr>
        </p:nvSpPr>
        <p:spPr>
          <a:xfrm>
            <a:off x="10598151" y="6505433"/>
            <a:ext cx="990600" cy="272955"/>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1000"/>
              <a:buNone/>
            </a:pPr>
            <a:fld id="{00000000-1234-1234-1234-123412341234}" type="slidenum">
              <a:rPr lang="de-DE"/>
              <a:t>‹#›</a:t>
            </a:fld>
            <a:endParaRPr/>
          </a:p>
        </p:txBody>
      </p:sp>
      <p:pic>
        <p:nvPicPr>
          <p:cNvPr id="77" name="Google Shape;77;p4"/>
          <p:cNvPicPr preferRelativeResize="0"/>
          <p:nvPr>
            <p:ph idx="1" type="body"/>
          </p:nvPr>
        </p:nvPicPr>
        <p:blipFill rotWithShape="1">
          <a:blip r:embed="rId4">
            <a:alphaModFix/>
          </a:blip>
          <a:srcRect b="11101" l="0" r="0" t="0"/>
          <a:stretch/>
        </p:blipFill>
        <p:spPr>
          <a:xfrm>
            <a:off x="1581645" y="1631951"/>
            <a:ext cx="9035059" cy="4504267"/>
          </a:xfrm>
          <a:prstGeom prst="rect">
            <a:avLst/>
          </a:prstGeom>
          <a:noFill/>
          <a:ln>
            <a:noFill/>
          </a:ln>
        </p:spPr>
      </p:pic>
      <p:sp>
        <p:nvSpPr>
          <p:cNvPr id="78" name="Google Shape;78;p4"/>
          <p:cNvSpPr/>
          <p:nvPr/>
        </p:nvSpPr>
        <p:spPr>
          <a:xfrm>
            <a:off x="2922492" y="3209366"/>
            <a:ext cx="1694331" cy="959225"/>
          </a:xfrm>
          <a:prstGeom prst="ellipse">
            <a:avLst/>
          </a:prstGeom>
          <a:noFill/>
          <a:ln cap="flat" cmpd="sng" w="25400">
            <a:solidFill>
              <a:srgbClr val="FF545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b="0" i="0" sz="2400" u="none" cap="none" strike="noStrike">
              <a:solidFill>
                <a:srgbClr val="000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5"/>
          <p:cNvSpPr txBox="1"/>
          <p:nvPr>
            <p:ph type="title"/>
          </p:nvPr>
        </p:nvSpPr>
        <p:spPr>
          <a:xfrm>
            <a:off x="609601" y="406399"/>
            <a:ext cx="10979151" cy="1011767"/>
          </a:xfrm>
          <a:prstGeom prst="rect">
            <a:avLst/>
          </a:prstGeom>
          <a:noFill/>
          <a:ln>
            <a:noFill/>
          </a:ln>
        </p:spPr>
        <p:txBody>
          <a:bodyPr anchorCtr="0" anchor="b" bIns="60925" lIns="121900" spcFirstLastPara="1" rIns="121900" wrap="square" tIns="60925">
            <a:noAutofit/>
          </a:bodyPr>
          <a:lstStyle/>
          <a:p>
            <a:pPr indent="0" lvl="0" marL="0" marR="0" rtl="0" algn="l">
              <a:lnSpc>
                <a:spcPct val="100000"/>
              </a:lnSpc>
              <a:spcBef>
                <a:spcPts val="0"/>
              </a:spcBef>
              <a:spcAft>
                <a:spcPts val="0"/>
              </a:spcAft>
              <a:buSzPts val="1400"/>
              <a:buNone/>
            </a:pPr>
            <a:r>
              <a:rPr lang="de-DE"/>
              <a:t>FAST HEALTHCARE INTEROPERABILITY RESOURCES (FHIR)</a:t>
            </a:r>
            <a:endParaRPr/>
          </a:p>
        </p:txBody>
      </p:sp>
      <p:sp>
        <p:nvSpPr>
          <p:cNvPr id="84" name="Google Shape;84;p5"/>
          <p:cNvSpPr txBox="1"/>
          <p:nvPr>
            <p:ph idx="1" type="body"/>
          </p:nvPr>
        </p:nvSpPr>
        <p:spPr>
          <a:xfrm>
            <a:off x="609600" y="1631333"/>
            <a:ext cx="5782400" cy="4505600"/>
          </a:xfrm>
          <a:prstGeom prst="rect">
            <a:avLst/>
          </a:prstGeom>
          <a:noFill/>
          <a:ln>
            <a:noFill/>
          </a:ln>
        </p:spPr>
        <p:txBody>
          <a:bodyPr anchorCtr="0" anchor="t" bIns="60925" lIns="121900" spcFirstLastPara="1" rIns="121900" wrap="square" tIns="60925">
            <a:noAutofit/>
          </a:bodyPr>
          <a:lstStyle/>
          <a:p>
            <a:pPr indent="-351358" lvl="0" marL="359824" rtl="0" algn="l">
              <a:lnSpc>
                <a:spcPct val="100000"/>
              </a:lnSpc>
              <a:spcBef>
                <a:spcPts val="0"/>
              </a:spcBef>
              <a:spcAft>
                <a:spcPts val="0"/>
              </a:spcAft>
              <a:buSzPts val="1700"/>
              <a:buChar char="−"/>
            </a:pPr>
            <a:r>
              <a:rPr lang="de-DE" sz="2267"/>
              <a:t>Consisting of consistent, easy-to-understand resources</a:t>
            </a:r>
            <a:endParaRPr sz="2267"/>
          </a:p>
          <a:p>
            <a:pPr indent="-351358" lvl="0" marL="359824" rtl="0" algn="l">
              <a:lnSpc>
                <a:spcPct val="100000"/>
              </a:lnSpc>
              <a:spcBef>
                <a:spcPts val="480"/>
              </a:spcBef>
              <a:spcAft>
                <a:spcPts val="0"/>
              </a:spcAft>
              <a:buSzPts val="1700"/>
              <a:buChar char="−"/>
            </a:pPr>
            <a:r>
              <a:rPr lang="de-DE" sz="2267"/>
              <a:t>80-20 principle: the standard (currently R4) covers most applications, with the rest covered by extensions </a:t>
            </a:r>
            <a:endParaRPr sz="2267"/>
          </a:p>
          <a:p>
            <a:pPr indent="-351358" lvl="0" marL="359824" rtl="0" algn="l">
              <a:lnSpc>
                <a:spcPct val="100000"/>
              </a:lnSpc>
              <a:spcBef>
                <a:spcPts val="480"/>
              </a:spcBef>
              <a:spcAft>
                <a:spcPts val="0"/>
              </a:spcAft>
              <a:buSzPts val="1700"/>
              <a:buChar char="−"/>
            </a:pPr>
            <a:r>
              <a:rPr lang="de-DE" sz="2267"/>
              <a:t>Web technology (Restful API) + human readability</a:t>
            </a:r>
            <a:endParaRPr sz="2267"/>
          </a:p>
          <a:p>
            <a:pPr indent="-351358" lvl="0" marL="359824" rtl="0" algn="l">
              <a:lnSpc>
                <a:spcPct val="100000"/>
              </a:lnSpc>
              <a:spcBef>
                <a:spcPts val="480"/>
              </a:spcBef>
              <a:spcAft>
                <a:spcPts val="0"/>
              </a:spcAft>
              <a:buSzPts val="1700"/>
              <a:buChar char="−"/>
            </a:pPr>
            <a:r>
              <a:rPr lang="de-DE" sz="2267"/>
              <a:t>Open source (specification, tools, servers, libraries)</a:t>
            </a:r>
            <a:endParaRPr sz="2267"/>
          </a:p>
          <a:p>
            <a:pPr indent="-351358" lvl="0" marL="359824" rtl="0" algn="l">
              <a:lnSpc>
                <a:spcPct val="100000"/>
              </a:lnSpc>
              <a:spcBef>
                <a:spcPts val="480"/>
              </a:spcBef>
              <a:spcAft>
                <a:spcPts val="0"/>
              </a:spcAft>
              <a:buSzPts val="1700"/>
              <a:buChar char="−"/>
            </a:pPr>
            <a:r>
              <a:rPr lang="de-DE" sz="2267"/>
              <a:t>Maintained by HL7</a:t>
            </a:r>
            <a:endParaRPr sz="2267"/>
          </a:p>
          <a:p>
            <a:pPr indent="-351358" lvl="0" marL="359824" rtl="0" algn="l">
              <a:lnSpc>
                <a:spcPct val="100000"/>
              </a:lnSpc>
              <a:spcBef>
                <a:spcPts val="480"/>
              </a:spcBef>
              <a:spcAft>
                <a:spcPts val="0"/>
              </a:spcAft>
              <a:buSzPts val="1700"/>
              <a:buChar char="−"/>
            </a:pPr>
            <a:r>
              <a:rPr lang="de-DE" sz="2267"/>
              <a:t>Used in Germany as part of the MII (core data set)</a:t>
            </a:r>
            <a:endParaRPr sz="2267"/>
          </a:p>
        </p:txBody>
      </p:sp>
      <p:sp>
        <p:nvSpPr>
          <p:cNvPr id="85" name="Google Shape;85;p5"/>
          <p:cNvSpPr txBox="1"/>
          <p:nvPr>
            <p:ph idx="12" type="sldNum"/>
          </p:nvPr>
        </p:nvSpPr>
        <p:spPr>
          <a:xfrm>
            <a:off x="10598151" y="6505433"/>
            <a:ext cx="990600" cy="272955"/>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1000"/>
              <a:buNone/>
            </a:pPr>
            <a:fld id="{00000000-1234-1234-1234-123412341234}" type="slidenum">
              <a:rPr lang="de-DE"/>
              <a:t>‹#›</a:t>
            </a:fld>
            <a:endParaRPr/>
          </a:p>
        </p:txBody>
      </p:sp>
      <p:pic>
        <p:nvPicPr>
          <p:cNvPr id="86" name="Google Shape;86;p5"/>
          <p:cNvPicPr preferRelativeResize="0"/>
          <p:nvPr>
            <p:ph idx="1" type="body"/>
          </p:nvPr>
        </p:nvPicPr>
        <p:blipFill rotWithShape="1">
          <a:blip r:embed="rId3">
            <a:alphaModFix/>
          </a:blip>
          <a:srcRect b="0" l="0" r="0" t="0"/>
          <a:stretch/>
        </p:blipFill>
        <p:spPr>
          <a:xfrm>
            <a:off x="6518755" y="1631317"/>
            <a:ext cx="5070000" cy="3968800"/>
          </a:xfrm>
          <a:prstGeom prst="rect">
            <a:avLst/>
          </a:prstGeom>
          <a:noFill/>
          <a:ln>
            <a:noFill/>
          </a:ln>
        </p:spPr>
      </p:pic>
      <p:sp>
        <p:nvSpPr>
          <p:cNvPr id="87" name="Google Shape;87;p5"/>
          <p:cNvSpPr txBox="1"/>
          <p:nvPr/>
        </p:nvSpPr>
        <p:spPr>
          <a:xfrm>
            <a:off x="6392000" y="5600133"/>
            <a:ext cx="5196800" cy="646800"/>
          </a:xfrm>
          <a:prstGeom prst="rect">
            <a:avLst/>
          </a:prstGeom>
          <a:noFill/>
          <a:ln>
            <a:noFill/>
          </a:ln>
        </p:spPr>
        <p:txBody>
          <a:bodyPr anchorCtr="0" anchor="t" bIns="121900" lIns="121900" spcFirstLastPara="1" rIns="121900" wrap="square" tIns="121900">
            <a:noAutofit/>
          </a:bodyPr>
          <a:lstStyle/>
          <a:p>
            <a:pPr indent="0" lvl="0" marL="0" marR="0" rtl="0" algn="l">
              <a:spcBef>
                <a:spcPts val="0"/>
              </a:spcBef>
              <a:spcAft>
                <a:spcPts val="0"/>
              </a:spcAft>
              <a:buNone/>
            </a:pPr>
            <a:r>
              <a:rPr b="0" i="0" lang="de-DE" sz="1200" u="none" cap="none" strike="noStrike">
                <a:solidFill>
                  <a:srgbClr val="888888"/>
                </a:solidFill>
                <a:latin typeface="Arial"/>
                <a:ea typeface="Arial"/>
                <a:cs typeface="Arial"/>
                <a:sym typeface="Arial"/>
              </a:rPr>
              <a:t>https://www.medizininformatik-initiative.de/Kerndatensatz/Modul_Person_Version_2/MIIIGModulPerson-TechnischeImplementierung-FHIR-Profile-PatientInPatient.html</a:t>
            </a:r>
            <a:endParaRPr b="0" i="0" sz="1067" u="none" cap="none" strike="noStrike">
              <a:solidFill>
                <a:srgbClr val="888888"/>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6"/>
          <p:cNvSpPr txBox="1"/>
          <p:nvPr>
            <p:ph type="title"/>
          </p:nvPr>
        </p:nvSpPr>
        <p:spPr>
          <a:xfrm>
            <a:off x="609601" y="406399"/>
            <a:ext cx="10979151" cy="1011767"/>
          </a:xfrm>
          <a:prstGeom prst="rect">
            <a:avLst/>
          </a:prstGeom>
          <a:noFill/>
          <a:ln>
            <a:noFill/>
          </a:ln>
        </p:spPr>
        <p:txBody>
          <a:bodyPr anchorCtr="0" anchor="b" bIns="60925" lIns="121900" spcFirstLastPara="1" rIns="121900" wrap="square" tIns="60925">
            <a:noAutofit/>
          </a:bodyPr>
          <a:lstStyle/>
          <a:p>
            <a:pPr indent="0" lvl="0" marL="0" marR="0" rtl="0" algn="l">
              <a:lnSpc>
                <a:spcPct val="100000"/>
              </a:lnSpc>
              <a:spcBef>
                <a:spcPts val="0"/>
              </a:spcBef>
              <a:spcAft>
                <a:spcPts val="0"/>
              </a:spcAft>
              <a:buSzPts val="1400"/>
              <a:buNone/>
            </a:pPr>
            <a:r>
              <a:rPr lang="de-DE"/>
              <a:t>PURPOSE OF THE EXERCISE</a:t>
            </a:r>
            <a:endParaRPr/>
          </a:p>
        </p:txBody>
      </p:sp>
      <p:sp>
        <p:nvSpPr>
          <p:cNvPr id="93" name="Google Shape;93;p6"/>
          <p:cNvSpPr txBox="1"/>
          <p:nvPr>
            <p:ph idx="1" type="body"/>
          </p:nvPr>
        </p:nvSpPr>
        <p:spPr>
          <a:xfrm>
            <a:off x="609601" y="1631323"/>
            <a:ext cx="10979151" cy="4505599"/>
          </a:xfrm>
          <a:prstGeom prst="rect">
            <a:avLst/>
          </a:prstGeom>
          <a:noFill/>
          <a:ln>
            <a:noFill/>
          </a:ln>
        </p:spPr>
        <p:txBody>
          <a:bodyPr anchorCtr="0" anchor="t" bIns="60925" lIns="121900" spcFirstLastPara="1" rIns="121900" wrap="square" tIns="60925">
            <a:noAutofit/>
          </a:bodyPr>
          <a:lstStyle/>
          <a:p>
            <a:pPr indent="-359824" lvl="0" marL="359824" rtl="0" algn="l">
              <a:lnSpc>
                <a:spcPct val="100000"/>
              </a:lnSpc>
              <a:spcBef>
                <a:spcPts val="0"/>
              </a:spcBef>
              <a:spcAft>
                <a:spcPts val="0"/>
              </a:spcAft>
              <a:buSzPts val="1800"/>
              <a:buChar char="−"/>
            </a:pPr>
            <a:r>
              <a:rPr lang="de-DE"/>
              <a:t>Transformation from CSV to FHIR</a:t>
            </a:r>
            <a:endParaRPr/>
          </a:p>
          <a:p>
            <a:pPr indent="-342891" lvl="1" marL="952476" rtl="0" algn="l">
              <a:lnSpc>
                <a:spcPct val="100000"/>
              </a:lnSpc>
              <a:spcBef>
                <a:spcPts val="427"/>
              </a:spcBef>
              <a:spcAft>
                <a:spcPts val="0"/>
              </a:spcAft>
              <a:buSzPts val="1600"/>
              <a:buChar char="−"/>
            </a:pPr>
            <a:r>
              <a:rPr lang="de-DE"/>
              <a:t>Mapping to FHIR with MII-KDS</a:t>
            </a:r>
            <a:endParaRPr/>
          </a:p>
          <a:p>
            <a:pPr indent="-359824" lvl="0" marL="359824" rtl="0" algn="l">
              <a:lnSpc>
                <a:spcPct val="100000"/>
              </a:lnSpc>
              <a:spcBef>
                <a:spcPts val="480"/>
              </a:spcBef>
              <a:spcAft>
                <a:spcPts val="0"/>
              </a:spcAft>
              <a:buSzPts val="1800"/>
              <a:buChar char="−"/>
            </a:pPr>
            <a:r>
              <a:rPr lang="de-DE"/>
              <a:t>Creating channels with Mirth-Connect</a:t>
            </a:r>
            <a:endParaRPr/>
          </a:p>
          <a:p>
            <a:pPr indent="-342891" lvl="1" marL="952476" rtl="0" algn="l">
              <a:lnSpc>
                <a:spcPct val="100000"/>
              </a:lnSpc>
              <a:spcBef>
                <a:spcPts val="427"/>
              </a:spcBef>
              <a:spcAft>
                <a:spcPts val="0"/>
              </a:spcAft>
              <a:buSzPts val="1600"/>
              <a:buChar char="−"/>
            </a:pPr>
            <a:r>
              <a:rPr lang="de-DE"/>
              <a:t>Receiving data</a:t>
            </a:r>
            <a:endParaRPr/>
          </a:p>
          <a:p>
            <a:pPr indent="-342891" lvl="1" marL="952476" rtl="0" algn="l">
              <a:lnSpc>
                <a:spcPct val="100000"/>
              </a:lnSpc>
              <a:spcBef>
                <a:spcPts val="427"/>
              </a:spcBef>
              <a:spcAft>
                <a:spcPts val="0"/>
              </a:spcAft>
              <a:buSzPts val="1600"/>
              <a:buChar char="−"/>
            </a:pPr>
            <a:r>
              <a:rPr lang="de-DE"/>
              <a:t>Transforming</a:t>
            </a:r>
            <a:endParaRPr/>
          </a:p>
          <a:p>
            <a:pPr indent="-342891" lvl="1" marL="952476" rtl="0" algn="l">
              <a:lnSpc>
                <a:spcPct val="100000"/>
              </a:lnSpc>
              <a:spcBef>
                <a:spcPts val="427"/>
              </a:spcBef>
              <a:spcAft>
                <a:spcPts val="0"/>
              </a:spcAft>
              <a:buSzPts val="1600"/>
              <a:buChar char="−"/>
            </a:pPr>
            <a:r>
              <a:rPr lang="de-DE"/>
              <a:t>Outputting data in FHIR format</a:t>
            </a:r>
            <a:endParaRPr/>
          </a:p>
          <a:p>
            <a:pPr indent="-359824" lvl="0" marL="359824" rtl="0" algn="l">
              <a:lnSpc>
                <a:spcPct val="100000"/>
              </a:lnSpc>
              <a:spcBef>
                <a:spcPts val="480"/>
              </a:spcBef>
              <a:spcAft>
                <a:spcPts val="0"/>
              </a:spcAft>
              <a:buSzPts val="1800"/>
              <a:buChar char="−"/>
            </a:pPr>
            <a:r>
              <a:rPr lang="de-DE"/>
              <a:t>Sending FHIR data to a FHIR server</a:t>
            </a:r>
            <a:endParaRPr/>
          </a:p>
          <a:p>
            <a:pPr indent="-342891" lvl="1" marL="952476" rtl="0" algn="l">
              <a:lnSpc>
                <a:spcPct val="100000"/>
              </a:lnSpc>
              <a:spcBef>
                <a:spcPts val="427"/>
              </a:spcBef>
              <a:spcAft>
                <a:spcPts val="0"/>
              </a:spcAft>
              <a:buSzPts val="1600"/>
              <a:buChar char="−"/>
            </a:pPr>
            <a:r>
              <a:rPr lang="de-DE"/>
              <a:t>Verifying the transformed FHIR data with ClinFHIR</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7"/>
          <p:cNvSpPr txBox="1"/>
          <p:nvPr>
            <p:ph type="title"/>
          </p:nvPr>
        </p:nvSpPr>
        <p:spPr>
          <a:xfrm>
            <a:off x="609601" y="406399"/>
            <a:ext cx="10979151" cy="1011767"/>
          </a:xfrm>
          <a:prstGeom prst="rect">
            <a:avLst/>
          </a:prstGeom>
          <a:noFill/>
          <a:ln>
            <a:noFill/>
          </a:ln>
        </p:spPr>
        <p:txBody>
          <a:bodyPr anchorCtr="0" anchor="b" bIns="60925" lIns="121900" spcFirstLastPara="1" rIns="121900" wrap="square" tIns="60925">
            <a:noAutofit/>
          </a:bodyPr>
          <a:lstStyle/>
          <a:p>
            <a:pPr indent="0" lvl="0" marL="0" marR="0" rtl="0" algn="l">
              <a:lnSpc>
                <a:spcPct val="100000"/>
              </a:lnSpc>
              <a:spcBef>
                <a:spcPts val="0"/>
              </a:spcBef>
              <a:spcAft>
                <a:spcPts val="0"/>
              </a:spcAft>
              <a:buSzPts val="1400"/>
              <a:buNone/>
            </a:pPr>
            <a:r>
              <a:rPr lang="de-DE"/>
              <a:t>TRANSFORMATION FROM CSV TO FHIR WITH MIRTH-CONNECT</a:t>
            </a:r>
            <a:endParaRPr/>
          </a:p>
        </p:txBody>
      </p:sp>
      <p:sp>
        <p:nvSpPr>
          <p:cNvPr id="99" name="Google Shape;99;p7"/>
          <p:cNvSpPr txBox="1"/>
          <p:nvPr>
            <p:ph idx="1" type="body"/>
          </p:nvPr>
        </p:nvSpPr>
        <p:spPr>
          <a:xfrm>
            <a:off x="609601" y="2156179"/>
            <a:ext cx="10979151" cy="3980744"/>
          </a:xfrm>
          <a:prstGeom prst="rect">
            <a:avLst/>
          </a:prstGeom>
          <a:noFill/>
          <a:ln>
            <a:noFill/>
          </a:ln>
        </p:spPr>
        <p:txBody>
          <a:bodyPr anchorCtr="0" anchor="t" bIns="60925" lIns="121900" spcFirstLastPara="1" rIns="121900" wrap="square" tIns="60925">
            <a:noAutofit/>
          </a:bodyPr>
          <a:lstStyle/>
          <a:p>
            <a:pPr indent="-457189" lvl="0" marL="457189" rtl="0" algn="l">
              <a:lnSpc>
                <a:spcPct val="100000"/>
              </a:lnSpc>
              <a:spcBef>
                <a:spcPts val="0"/>
              </a:spcBef>
              <a:spcAft>
                <a:spcPts val="0"/>
              </a:spcAft>
              <a:buSzPts val="1800"/>
              <a:buFont typeface="Arial"/>
              <a:buAutoNum type="arabicPeriod"/>
            </a:pPr>
            <a:r>
              <a:rPr lang="de-DE"/>
              <a:t>Input data</a:t>
            </a:r>
            <a:endParaRPr/>
          </a:p>
          <a:p>
            <a:pPr indent="-342891" lvl="1" marL="952476" rtl="0" algn="l">
              <a:lnSpc>
                <a:spcPct val="100000"/>
              </a:lnSpc>
              <a:spcBef>
                <a:spcPts val="427"/>
              </a:spcBef>
              <a:spcAft>
                <a:spcPts val="0"/>
              </a:spcAft>
              <a:buSzPts val="1600"/>
              <a:buChar char="−"/>
            </a:pPr>
            <a:r>
              <a:rPr lang="de-DE"/>
              <a:t>CSV data set</a:t>
            </a:r>
            <a:endParaRPr/>
          </a:p>
          <a:p>
            <a:pPr indent="-457189" lvl="0" marL="457189" rtl="0" algn="l">
              <a:lnSpc>
                <a:spcPct val="100000"/>
              </a:lnSpc>
              <a:spcBef>
                <a:spcPts val="480"/>
              </a:spcBef>
              <a:spcAft>
                <a:spcPts val="0"/>
              </a:spcAft>
              <a:buSzPts val="1800"/>
              <a:buFont typeface="Arial"/>
              <a:buAutoNum type="arabicPeriod"/>
            </a:pPr>
            <a:r>
              <a:rPr lang="de-DE"/>
              <a:t>Transformation with Mirth-Connect</a:t>
            </a:r>
            <a:endParaRPr/>
          </a:p>
          <a:p>
            <a:pPr indent="-342891" lvl="1" marL="952476" rtl="0" algn="l">
              <a:lnSpc>
                <a:spcPct val="100000"/>
              </a:lnSpc>
              <a:spcBef>
                <a:spcPts val="427"/>
              </a:spcBef>
              <a:spcAft>
                <a:spcPts val="0"/>
              </a:spcAft>
              <a:buSzPts val="1600"/>
              <a:buChar char="−"/>
            </a:pPr>
            <a:r>
              <a:rPr lang="de-DE"/>
              <a:t>Mapping of CSV columns to FHIR attributes</a:t>
            </a:r>
            <a:endParaRPr/>
          </a:p>
          <a:p>
            <a:pPr indent="-342891" lvl="1" marL="952476" rtl="0" algn="l">
              <a:lnSpc>
                <a:spcPct val="100000"/>
              </a:lnSpc>
              <a:spcBef>
                <a:spcPts val="427"/>
              </a:spcBef>
              <a:spcAft>
                <a:spcPts val="0"/>
              </a:spcAft>
              <a:buSzPts val="1600"/>
              <a:buChar char="−"/>
            </a:pPr>
            <a:r>
              <a:rPr lang="de-DE"/>
              <a:t>Based on FHIR message template</a:t>
            </a:r>
            <a:endParaRPr/>
          </a:p>
          <a:p>
            <a:pPr indent="-457189" lvl="0" marL="457189" rtl="0" algn="l">
              <a:lnSpc>
                <a:spcPct val="100000"/>
              </a:lnSpc>
              <a:spcBef>
                <a:spcPts val="480"/>
              </a:spcBef>
              <a:spcAft>
                <a:spcPts val="0"/>
              </a:spcAft>
              <a:buSzPts val="1800"/>
              <a:buFont typeface="Arial"/>
              <a:buAutoNum type="arabicPeriod"/>
            </a:pPr>
            <a:r>
              <a:rPr lang="de-DE"/>
              <a:t>Output</a:t>
            </a:r>
            <a:endParaRPr/>
          </a:p>
          <a:p>
            <a:pPr indent="-457189" lvl="1" marL="1049840" rtl="0" algn="l">
              <a:lnSpc>
                <a:spcPct val="100000"/>
              </a:lnSpc>
              <a:spcBef>
                <a:spcPts val="427"/>
              </a:spcBef>
              <a:spcAft>
                <a:spcPts val="0"/>
              </a:spcAft>
              <a:buSzPts val="1600"/>
              <a:buChar char="−"/>
            </a:pPr>
            <a:r>
              <a:rPr lang="de-DE"/>
              <a:t>JSON bundle in FHIR format</a:t>
            </a:r>
            <a:endParaRPr/>
          </a:p>
          <a:p>
            <a:pPr indent="-457189" lvl="1" marL="1049840" rtl="0" algn="l">
              <a:lnSpc>
                <a:spcPct val="100000"/>
              </a:lnSpc>
              <a:spcBef>
                <a:spcPts val="427"/>
              </a:spcBef>
              <a:spcAft>
                <a:spcPts val="0"/>
              </a:spcAft>
              <a:buSzPts val="1600"/>
              <a:buChar char="−"/>
            </a:pPr>
            <a:r>
              <a:rPr lang="de-DE"/>
              <a:t>For sending to a FHIR server</a:t>
            </a:r>
            <a:endParaRPr/>
          </a:p>
        </p:txBody>
      </p:sp>
      <p:sp>
        <p:nvSpPr>
          <p:cNvPr id="100" name="Google Shape;100;p7"/>
          <p:cNvSpPr txBox="1"/>
          <p:nvPr>
            <p:ph idx="2" type="body"/>
          </p:nvPr>
        </p:nvSpPr>
        <p:spPr>
          <a:xfrm>
            <a:off x="609601" y="1501254"/>
            <a:ext cx="10979151" cy="503653"/>
          </a:xfrm>
          <a:prstGeom prst="rect">
            <a:avLst/>
          </a:prstGeom>
          <a:noFill/>
          <a:ln>
            <a:noFill/>
          </a:ln>
        </p:spPr>
        <p:txBody>
          <a:bodyPr anchorCtr="0" anchor="b" bIns="60925" lIns="121900" spcFirstLastPara="1" rIns="121900" wrap="square" tIns="60925">
            <a:noAutofit/>
          </a:bodyPr>
          <a:lstStyle/>
          <a:p>
            <a:pPr indent="-457189" lvl="0" marL="457189" rtl="0" algn="l">
              <a:lnSpc>
                <a:spcPct val="100000"/>
              </a:lnSpc>
              <a:spcBef>
                <a:spcPts val="0"/>
              </a:spcBef>
              <a:spcAft>
                <a:spcPts val="0"/>
              </a:spcAft>
              <a:buSzPts val="1400"/>
              <a:buNone/>
            </a:pPr>
            <a:r>
              <a:rPr lang="de-DE"/>
              <a:t>PROCESS</a:t>
            </a:r>
            <a:endParaRPr/>
          </a:p>
        </p:txBody>
      </p:sp>
      <p:sp>
        <p:nvSpPr>
          <p:cNvPr id="101" name="Google Shape;101;p7"/>
          <p:cNvSpPr txBox="1"/>
          <p:nvPr>
            <p:ph idx="12" type="sldNum"/>
          </p:nvPr>
        </p:nvSpPr>
        <p:spPr>
          <a:xfrm>
            <a:off x="10598151" y="6505433"/>
            <a:ext cx="990600" cy="272955"/>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1000"/>
              <a:buNone/>
            </a:pPr>
            <a:fld id="{00000000-1234-1234-1234-123412341234}" type="slidenum">
              <a:rPr lang="de-DE"/>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8"/>
          <p:cNvSpPr txBox="1"/>
          <p:nvPr>
            <p:ph type="title"/>
          </p:nvPr>
        </p:nvSpPr>
        <p:spPr>
          <a:xfrm>
            <a:off x="609600" y="406397"/>
            <a:ext cx="10972800" cy="1011769"/>
          </a:xfrm>
          <a:prstGeom prst="rect">
            <a:avLst/>
          </a:prstGeom>
          <a:noFill/>
          <a:ln>
            <a:noFill/>
          </a:ln>
        </p:spPr>
        <p:txBody>
          <a:bodyPr anchorCtr="0" anchor="b" bIns="60925" lIns="121900" spcFirstLastPara="1" rIns="121900" wrap="square" tIns="60925">
            <a:noAutofit/>
          </a:bodyPr>
          <a:lstStyle/>
          <a:p>
            <a:pPr indent="0" lvl="0" marL="0" marR="0" rtl="0" algn="l">
              <a:lnSpc>
                <a:spcPct val="100000"/>
              </a:lnSpc>
              <a:spcBef>
                <a:spcPts val="0"/>
              </a:spcBef>
              <a:spcAft>
                <a:spcPts val="0"/>
              </a:spcAft>
              <a:buSzPts val="1400"/>
              <a:buNone/>
            </a:pPr>
            <a:r>
              <a:rPr lang="de-DE"/>
              <a:t>TRANSFORMATION FROM CSV TO FHIR WITH MIRTH-CONNECT</a:t>
            </a:r>
            <a:endParaRPr/>
          </a:p>
        </p:txBody>
      </p:sp>
      <p:pic>
        <p:nvPicPr>
          <p:cNvPr id="107" name="Google Shape;107;p8"/>
          <p:cNvPicPr preferRelativeResize="0"/>
          <p:nvPr>
            <p:ph idx="1" type="body"/>
          </p:nvPr>
        </p:nvPicPr>
        <p:blipFill rotWithShape="1">
          <a:blip r:embed="rId3">
            <a:alphaModFix/>
          </a:blip>
          <a:srcRect b="0" l="0" r="0" t="0"/>
          <a:stretch/>
        </p:blipFill>
        <p:spPr>
          <a:xfrm>
            <a:off x="709788" y="1955167"/>
            <a:ext cx="5070000" cy="3968800"/>
          </a:xfrm>
          <a:prstGeom prst="rect">
            <a:avLst/>
          </a:prstGeom>
          <a:noFill/>
          <a:ln>
            <a:noFill/>
          </a:ln>
        </p:spPr>
      </p:pic>
      <p:sp>
        <p:nvSpPr>
          <p:cNvPr id="108" name="Google Shape;108;p8"/>
          <p:cNvSpPr txBox="1"/>
          <p:nvPr>
            <p:ph idx="2" type="body"/>
          </p:nvPr>
        </p:nvSpPr>
        <p:spPr>
          <a:xfrm>
            <a:off x="609600" y="1519451"/>
            <a:ext cx="10972800" cy="485456"/>
          </a:xfrm>
          <a:prstGeom prst="rect">
            <a:avLst/>
          </a:prstGeom>
          <a:noFill/>
          <a:ln>
            <a:noFill/>
          </a:ln>
        </p:spPr>
        <p:txBody>
          <a:bodyPr anchorCtr="0" anchor="b" bIns="60925" lIns="121900" spcFirstLastPara="1" rIns="121900" wrap="square" tIns="60925">
            <a:noAutofit/>
          </a:bodyPr>
          <a:lstStyle/>
          <a:p>
            <a:pPr indent="-457189" lvl="0" marL="457189" rtl="0" algn="l">
              <a:lnSpc>
                <a:spcPct val="100000"/>
              </a:lnSpc>
              <a:spcBef>
                <a:spcPts val="0"/>
              </a:spcBef>
              <a:spcAft>
                <a:spcPts val="0"/>
              </a:spcAft>
              <a:buSzPts val="1400"/>
              <a:buNone/>
            </a:pPr>
            <a:r>
              <a:rPr b="1" lang="de-DE"/>
              <a:t>FHIR TEMPLATE</a:t>
            </a:r>
            <a:r>
              <a:rPr lang="de-DE"/>
              <a:t>: MII PATIENT</a:t>
            </a:r>
            <a:endParaRPr/>
          </a:p>
        </p:txBody>
      </p:sp>
      <p:pic>
        <p:nvPicPr>
          <p:cNvPr id="109" name="Google Shape;109;p8"/>
          <p:cNvPicPr preferRelativeResize="0"/>
          <p:nvPr>
            <p:ph idx="3" type="body"/>
          </p:nvPr>
        </p:nvPicPr>
        <p:blipFill rotWithShape="1">
          <a:blip r:embed="rId4">
            <a:alphaModFix/>
          </a:blip>
          <a:srcRect b="0" l="0" r="0" t="0"/>
          <a:stretch/>
        </p:blipFill>
        <p:spPr>
          <a:xfrm>
            <a:off x="6916067" y="1977384"/>
            <a:ext cx="4003200" cy="3968800"/>
          </a:xfrm>
          <a:prstGeom prst="rect">
            <a:avLst/>
          </a:prstGeom>
          <a:noFill/>
          <a:ln>
            <a:noFill/>
          </a:ln>
        </p:spPr>
      </p:pic>
      <p:sp>
        <p:nvSpPr>
          <p:cNvPr id="110" name="Google Shape;110;p8"/>
          <p:cNvSpPr txBox="1"/>
          <p:nvPr>
            <p:ph idx="12" type="sldNum"/>
          </p:nvPr>
        </p:nvSpPr>
        <p:spPr>
          <a:xfrm>
            <a:off x="10598151" y="6505433"/>
            <a:ext cx="990600" cy="272955"/>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1000"/>
              <a:buNone/>
            </a:pPr>
            <a:fld id="{00000000-1234-1234-1234-123412341234}" type="slidenum">
              <a:rPr lang="de-DE"/>
              <a:t>‹#›</a:t>
            </a:fld>
            <a:endParaRPr/>
          </a:p>
        </p:txBody>
      </p:sp>
      <p:sp>
        <p:nvSpPr>
          <p:cNvPr id="111" name="Google Shape;111;p8"/>
          <p:cNvSpPr/>
          <p:nvPr/>
        </p:nvSpPr>
        <p:spPr>
          <a:xfrm>
            <a:off x="802321" y="2485005"/>
            <a:ext cx="1029200" cy="403600"/>
          </a:xfrm>
          <a:prstGeom prst="ellipse">
            <a:avLst/>
          </a:prstGeom>
          <a:noFill/>
          <a:ln cap="flat" cmpd="sng" w="19050">
            <a:solidFill>
              <a:srgbClr val="FF5451"/>
            </a:solidFill>
            <a:prstDash val="solid"/>
            <a:round/>
            <a:headEnd len="sm" w="sm" type="none"/>
            <a:tailEnd len="sm" w="sm" type="none"/>
          </a:ln>
          <a:effectLst>
            <a:outerShdw blurRad="40000" rotWithShape="0" dir="5400000" dist="23000">
              <a:srgbClr val="000000">
                <a:alpha val="34509"/>
              </a:srgbClr>
            </a:outerShdw>
          </a:effectLst>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b="0" i="0" sz="2400" u="none" cap="none" strike="noStrike">
              <a:solidFill>
                <a:srgbClr val="FFFFFF"/>
              </a:solidFill>
              <a:latin typeface="Calibri"/>
              <a:ea typeface="Calibri"/>
              <a:cs typeface="Calibri"/>
              <a:sym typeface="Calibri"/>
            </a:endParaRPr>
          </a:p>
        </p:txBody>
      </p:sp>
      <p:sp>
        <p:nvSpPr>
          <p:cNvPr id="112" name="Google Shape;112;p8"/>
          <p:cNvSpPr/>
          <p:nvPr/>
        </p:nvSpPr>
        <p:spPr>
          <a:xfrm>
            <a:off x="7205927" y="3541247"/>
            <a:ext cx="1029200" cy="403600"/>
          </a:xfrm>
          <a:prstGeom prst="ellipse">
            <a:avLst/>
          </a:prstGeom>
          <a:noFill/>
          <a:ln cap="flat" cmpd="sng" w="19050">
            <a:solidFill>
              <a:srgbClr val="FF5451"/>
            </a:solidFill>
            <a:prstDash val="solid"/>
            <a:round/>
            <a:headEnd len="sm" w="sm" type="none"/>
            <a:tailEnd len="sm" w="sm" type="none"/>
          </a:ln>
          <a:effectLst>
            <a:outerShdw blurRad="40000" rotWithShape="0" dir="5400000" dist="23000">
              <a:srgbClr val="000000">
                <a:alpha val="34509"/>
              </a:srgbClr>
            </a:outerShdw>
          </a:effectLst>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b="0" i="0" sz="2400" u="none" cap="none" strike="noStrike">
              <a:solidFill>
                <a:srgbClr val="FFFFFF"/>
              </a:solidFill>
              <a:latin typeface="Calibri"/>
              <a:ea typeface="Calibri"/>
              <a:cs typeface="Calibri"/>
              <a:sym typeface="Calibri"/>
            </a:endParaRPr>
          </a:p>
        </p:txBody>
      </p:sp>
      <p:cxnSp>
        <p:nvCxnSpPr>
          <p:cNvPr id="113" name="Google Shape;113;p8"/>
          <p:cNvCxnSpPr/>
          <p:nvPr/>
        </p:nvCxnSpPr>
        <p:spPr>
          <a:xfrm>
            <a:off x="5930145" y="3651293"/>
            <a:ext cx="690400" cy="0"/>
          </a:xfrm>
          <a:prstGeom prst="straightConnector1">
            <a:avLst/>
          </a:prstGeom>
          <a:noFill/>
          <a:ln cap="flat" cmpd="sng" w="38100">
            <a:solidFill>
              <a:srgbClr val="FF5451"/>
            </a:solidFill>
            <a:prstDash val="solid"/>
            <a:round/>
            <a:headEnd len="sm" w="sm" type="none"/>
            <a:tailEnd len="med" w="med" type="triangle"/>
          </a:ln>
          <a:effectLst>
            <a:outerShdw blurRad="40000" rotWithShape="0" dir="5400000" dist="20000">
              <a:srgbClr val="000000">
                <a:alpha val="37254"/>
              </a:srgbClr>
            </a:outerShdw>
          </a:effectLst>
        </p:spPr>
      </p:cxnSp>
      <p:sp>
        <p:nvSpPr>
          <p:cNvPr id="114" name="Google Shape;114;p8"/>
          <p:cNvSpPr txBox="1"/>
          <p:nvPr/>
        </p:nvSpPr>
        <p:spPr>
          <a:xfrm>
            <a:off x="609600" y="5858633"/>
            <a:ext cx="5386400" cy="646800"/>
          </a:xfrm>
          <a:prstGeom prst="rect">
            <a:avLst/>
          </a:prstGeom>
          <a:noFill/>
          <a:ln>
            <a:noFill/>
          </a:ln>
        </p:spPr>
        <p:txBody>
          <a:bodyPr anchorCtr="0" anchor="t" bIns="121900" lIns="121900" spcFirstLastPara="1" rIns="121900" wrap="square" tIns="121900">
            <a:noAutofit/>
          </a:bodyPr>
          <a:lstStyle/>
          <a:p>
            <a:pPr indent="0" lvl="0" marL="0" marR="0" rtl="0" algn="l">
              <a:spcBef>
                <a:spcPts val="0"/>
              </a:spcBef>
              <a:spcAft>
                <a:spcPts val="0"/>
              </a:spcAft>
              <a:buNone/>
            </a:pPr>
            <a:r>
              <a:rPr b="0" i="0" lang="de-DE" sz="1067" u="none" cap="none" strike="noStrike">
                <a:solidFill>
                  <a:srgbClr val="888888"/>
                </a:solidFill>
                <a:latin typeface="Arial"/>
                <a:ea typeface="Arial"/>
                <a:cs typeface="Arial"/>
                <a:sym typeface="Arial"/>
              </a:rPr>
              <a:t>https://www.medizininformatik-initiative.de/Kerndatensatz/Modul_Person_Version_2/MIIIGModulPerson-TechnischeImplementierung-FHIR-Profile-PatientInPatient.html</a:t>
            </a:r>
            <a:endParaRPr b="0" i="0" sz="933" u="none" cap="none" strike="noStrike">
              <a:solidFill>
                <a:srgbClr val="888888"/>
              </a:solidFill>
              <a:latin typeface="Arial"/>
              <a:ea typeface="Arial"/>
              <a:cs typeface="Arial"/>
              <a:sym typeface="Arial"/>
            </a:endParaRPr>
          </a:p>
        </p:txBody>
      </p:sp>
      <p:sp>
        <p:nvSpPr>
          <p:cNvPr id="115" name="Google Shape;115;p8"/>
          <p:cNvSpPr txBox="1"/>
          <p:nvPr/>
        </p:nvSpPr>
        <p:spPr>
          <a:xfrm>
            <a:off x="6720167" y="1495984"/>
            <a:ext cx="5070000" cy="403600"/>
          </a:xfrm>
          <a:prstGeom prst="rect">
            <a:avLst/>
          </a:prstGeom>
          <a:noFill/>
          <a:ln>
            <a:noFill/>
          </a:ln>
        </p:spPr>
        <p:txBody>
          <a:bodyPr anchorCtr="0" anchor="t" bIns="121900" lIns="121900" spcFirstLastPara="1" rIns="121900" wrap="square" tIns="121900">
            <a:noAutofit/>
          </a:bodyPr>
          <a:lstStyle/>
          <a:p>
            <a:pPr indent="0" lvl="0" marL="0" marR="0" rtl="0" algn="l">
              <a:spcBef>
                <a:spcPts val="0"/>
              </a:spcBef>
              <a:spcAft>
                <a:spcPts val="0"/>
              </a:spcAft>
              <a:buNone/>
            </a:pPr>
            <a:r>
              <a:rPr b="0" i="0" lang="de-DE" sz="1733" u="none" cap="none" strike="noStrike">
                <a:solidFill>
                  <a:srgbClr val="000000"/>
                </a:solidFill>
                <a:latin typeface="Arial"/>
                <a:ea typeface="Arial"/>
                <a:cs typeface="Arial"/>
                <a:sym typeface="Arial"/>
              </a:rPr>
              <a:t>Template for FHIR messages to be sent</a:t>
            </a:r>
            <a:endParaRPr b="0" i="0" sz="1733" u="none" cap="none" strike="noStrike">
              <a:solidFill>
                <a:srgbClr val="000000"/>
              </a:solidFill>
              <a:latin typeface="Arial"/>
              <a:ea typeface="Arial"/>
              <a:cs typeface="Arial"/>
              <a:sym typeface="Arial"/>
            </a:endParaRPr>
          </a:p>
        </p:txBody>
      </p:sp>
      <p:sp>
        <p:nvSpPr>
          <p:cNvPr id="116" name="Google Shape;116;p8"/>
          <p:cNvSpPr txBox="1"/>
          <p:nvPr/>
        </p:nvSpPr>
        <p:spPr>
          <a:xfrm>
            <a:off x="6805600" y="5858633"/>
            <a:ext cx="5386400" cy="646800"/>
          </a:xfrm>
          <a:prstGeom prst="rect">
            <a:avLst/>
          </a:prstGeom>
          <a:noFill/>
          <a:ln>
            <a:noFill/>
          </a:ln>
        </p:spPr>
        <p:txBody>
          <a:bodyPr anchorCtr="0" anchor="t" bIns="121900" lIns="121900" spcFirstLastPara="1" rIns="121900" wrap="square" tIns="121900">
            <a:noAutofit/>
          </a:bodyPr>
          <a:lstStyle/>
          <a:p>
            <a:pPr indent="0" lvl="0" marL="0" marR="0" rtl="0" algn="l">
              <a:spcBef>
                <a:spcPts val="0"/>
              </a:spcBef>
              <a:spcAft>
                <a:spcPts val="0"/>
              </a:spcAft>
              <a:buNone/>
            </a:pPr>
            <a:r>
              <a:rPr b="0" i="0" lang="de-DE" sz="1067" u="none" cap="none" strike="noStrike">
                <a:solidFill>
                  <a:srgbClr val="888888"/>
                </a:solidFill>
                <a:latin typeface="Arial"/>
                <a:ea typeface="Arial"/>
                <a:cs typeface="Arial"/>
                <a:sym typeface="Arial"/>
              </a:rPr>
              <a:t>Mirth-Connect Patient Source Transformer </a:t>
            </a:r>
            <a:endParaRPr b="0" i="0" sz="933" u="none" cap="none" strike="noStrike">
              <a:solidFill>
                <a:srgbClr val="888888"/>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9"/>
          <p:cNvSpPr txBox="1"/>
          <p:nvPr>
            <p:ph type="title"/>
          </p:nvPr>
        </p:nvSpPr>
        <p:spPr>
          <a:xfrm>
            <a:off x="609600" y="406397"/>
            <a:ext cx="10972800" cy="1011769"/>
          </a:xfrm>
          <a:prstGeom prst="rect">
            <a:avLst/>
          </a:prstGeom>
          <a:noFill/>
          <a:ln>
            <a:noFill/>
          </a:ln>
        </p:spPr>
        <p:txBody>
          <a:bodyPr anchorCtr="0" anchor="b" bIns="60925" lIns="121900" spcFirstLastPara="1" rIns="121900" wrap="square" tIns="60925">
            <a:noAutofit/>
          </a:bodyPr>
          <a:lstStyle/>
          <a:p>
            <a:pPr indent="0" lvl="0" marL="0" marR="0" rtl="0" algn="l">
              <a:lnSpc>
                <a:spcPct val="100000"/>
              </a:lnSpc>
              <a:spcBef>
                <a:spcPts val="0"/>
              </a:spcBef>
              <a:spcAft>
                <a:spcPts val="0"/>
              </a:spcAft>
              <a:buSzPts val="1400"/>
              <a:buNone/>
            </a:pPr>
            <a:r>
              <a:rPr lang="de-DE"/>
              <a:t>TRANSFORMATION FROM CSV TO FHIR WITH MIRTH-CONNECT</a:t>
            </a:r>
            <a:endParaRPr/>
          </a:p>
        </p:txBody>
      </p:sp>
      <p:pic>
        <p:nvPicPr>
          <p:cNvPr id="122" name="Google Shape;122;p9"/>
          <p:cNvPicPr preferRelativeResize="0"/>
          <p:nvPr>
            <p:ph idx="1" type="body"/>
          </p:nvPr>
        </p:nvPicPr>
        <p:blipFill rotWithShape="1">
          <a:blip r:embed="rId3">
            <a:alphaModFix/>
          </a:blip>
          <a:srcRect b="0" l="0" r="0" t="0"/>
          <a:stretch/>
        </p:blipFill>
        <p:spPr>
          <a:xfrm>
            <a:off x="1489897" y="2004884"/>
            <a:ext cx="3394400" cy="3968800"/>
          </a:xfrm>
          <a:prstGeom prst="rect">
            <a:avLst/>
          </a:prstGeom>
          <a:noFill/>
          <a:ln>
            <a:noFill/>
          </a:ln>
        </p:spPr>
      </p:pic>
      <p:sp>
        <p:nvSpPr>
          <p:cNvPr id="123" name="Google Shape;123;p9"/>
          <p:cNvSpPr txBox="1"/>
          <p:nvPr>
            <p:ph idx="2" type="body"/>
          </p:nvPr>
        </p:nvSpPr>
        <p:spPr>
          <a:xfrm>
            <a:off x="609600" y="1519451"/>
            <a:ext cx="10972800" cy="485456"/>
          </a:xfrm>
          <a:prstGeom prst="rect">
            <a:avLst/>
          </a:prstGeom>
          <a:noFill/>
          <a:ln>
            <a:noFill/>
          </a:ln>
        </p:spPr>
        <p:txBody>
          <a:bodyPr anchorCtr="0" anchor="b" bIns="60925" lIns="121900" spcFirstLastPara="1" rIns="121900" wrap="square" tIns="60925">
            <a:noAutofit/>
          </a:bodyPr>
          <a:lstStyle/>
          <a:p>
            <a:pPr indent="-457189" lvl="0" marL="457189" rtl="0" algn="l">
              <a:lnSpc>
                <a:spcPct val="100000"/>
              </a:lnSpc>
              <a:spcBef>
                <a:spcPts val="0"/>
              </a:spcBef>
              <a:spcAft>
                <a:spcPts val="0"/>
              </a:spcAft>
              <a:buSzPts val="1400"/>
              <a:buNone/>
            </a:pPr>
            <a:r>
              <a:rPr b="1" lang="de-DE"/>
              <a:t>FHIR TEMPLATE</a:t>
            </a:r>
            <a:r>
              <a:rPr lang="de-DE"/>
              <a:t>: MII ENCOUNTER</a:t>
            </a:r>
            <a:endParaRPr/>
          </a:p>
        </p:txBody>
      </p:sp>
      <p:pic>
        <p:nvPicPr>
          <p:cNvPr id="124" name="Google Shape;124;p9"/>
          <p:cNvPicPr preferRelativeResize="0"/>
          <p:nvPr>
            <p:ph idx="3" type="body"/>
          </p:nvPr>
        </p:nvPicPr>
        <p:blipFill rotWithShape="1">
          <a:blip r:embed="rId4">
            <a:alphaModFix/>
          </a:blip>
          <a:srcRect b="0" l="0" r="0" t="0"/>
          <a:stretch/>
        </p:blipFill>
        <p:spPr>
          <a:xfrm>
            <a:off x="6920128" y="1519451"/>
            <a:ext cx="3925600" cy="3968800"/>
          </a:xfrm>
          <a:prstGeom prst="rect">
            <a:avLst/>
          </a:prstGeom>
          <a:noFill/>
          <a:ln>
            <a:noFill/>
          </a:ln>
        </p:spPr>
      </p:pic>
      <p:sp>
        <p:nvSpPr>
          <p:cNvPr id="125" name="Google Shape;125;p9"/>
          <p:cNvSpPr txBox="1"/>
          <p:nvPr>
            <p:ph idx="12" type="sldNum"/>
          </p:nvPr>
        </p:nvSpPr>
        <p:spPr>
          <a:xfrm>
            <a:off x="10598151" y="6505433"/>
            <a:ext cx="990600" cy="272955"/>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1000"/>
              <a:buNone/>
            </a:pPr>
            <a:fld id="{00000000-1234-1234-1234-123412341234}" type="slidenum">
              <a:rPr lang="de-DE"/>
              <a:t>‹#›</a:t>
            </a:fld>
            <a:endParaRPr/>
          </a:p>
        </p:txBody>
      </p:sp>
      <p:cxnSp>
        <p:nvCxnSpPr>
          <p:cNvPr id="126" name="Google Shape;126;p9"/>
          <p:cNvCxnSpPr/>
          <p:nvPr/>
        </p:nvCxnSpPr>
        <p:spPr>
          <a:xfrm>
            <a:off x="5502345" y="3593527"/>
            <a:ext cx="690400" cy="0"/>
          </a:xfrm>
          <a:prstGeom prst="straightConnector1">
            <a:avLst/>
          </a:prstGeom>
          <a:noFill/>
          <a:ln cap="flat" cmpd="sng" w="38100">
            <a:solidFill>
              <a:srgbClr val="FF5451"/>
            </a:solidFill>
            <a:prstDash val="solid"/>
            <a:round/>
            <a:headEnd len="sm" w="sm" type="none"/>
            <a:tailEnd len="med" w="med" type="triangle"/>
          </a:ln>
          <a:effectLst>
            <a:outerShdw blurRad="40000" rotWithShape="0" dir="5400000" dist="20000">
              <a:srgbClr val="000000">
                <a:alpha val="37254"/>
              </a:srgbClr>
            </a:outerShdw>
          </a:effectLst>
        </p:spPr>
      </p:cxnSp>
      <p:sp>
        <p:nvSpPr>
          <p:cNvPr id="127" name="Google Shape;127;p9"/>
          <p:cNvSpPr/>
          <p:nvPr/>
        </p:nvSpPr>
        <p:spPr>
          <a:xfrm>
            <a:off x="2788188" y="2914272"/>
            <a:ext cx="1029200" cy="403600"/>
          </a:xfrm>
          <a:prstGeom prst="ellipse">
            <a:avLst/>
          </a:prstGeom>
          <a:noFill/>
          <a:ln cap="flat" cmpd="sng" w="19050">
            <a:solidFill>
              <a:srgbClr val="FF5451"/>
            </a:solidFill>
            <a:prstDash val="solid"/>
            <a:round/>
            <a:headEnd len="sm" w="sm" type="none"/>
            <a:tailEnd len="sm" w="sm" type="none"/>
          </a:ln>
          <a:effectLst>
            <a:outerShdw blurRad="40000" rotWithShape="0" dir="5400000" dist="23000">
              <a:srgbClr val="000000">
                <a:alpha val="34509"/>
              </a:srgbClr>
            </a:outerShdw>
          </a:effectLst>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b="0" i="0" sz="2400" u="none" cap="none" strike="noStrike">
              <a:solidFill>
                <a:srgbClr val="FFFFFF"/>
              </a:solidFill>
              <a:latin typeface="Calibri"/>
              <a:ea typeface="Calibri"/>
              <a:cs typeface="Calibri"/>
              <a:sym typeface="Calibri"/>
            </a:endParaRPr>
          </a:p>
        </p:txBody>
      </p:sp>
      <p:sp>
        <p:nvSpPr>
          <p:cNvPr id="128" name="Google Shape;128;p9"/>
          <p:cNvSpPr/>
          <p:nvPr/>
        </p:nvSpPr>
        <p:spPr>
          <a:xfrm>
            <a:off x="7383500" y="4536000"/>
            <a:ext cx="1343200" cy="607600"/>
          </a:xfrm>
          <a:prstGeom prst="ellipse">
            <a:avLst/>
          </a:prstGeom>
          <a:noFill/>
          <a:ln cap="flat" cmpd="sng" w="19050">
            <a:solidFill>
              <a:srgbClr val="FF5451"/>
            </a:solidFill>
            <a:prstDash val="solid"/>
            <a:round/>
            <a:headEnd len="sm" w="sm" type="none"/>
            <a:tailEnd len="sm" w="sm" type="none"/>
          </a:ln>
          <a:effectLst>
            <a:outerShdw blurRad="40000" rotWithShape="0" dir="5400000" dist="23000">
              <a:srgbClr val="000000">
                <a:alpha val="34509"/>
              </a:srgbClr>
            </a:outerShdw>
          </a:effectLst>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b="0" i="0" sz="2400" u="none" cap="none" strike="noStrike">
              <a:solidFill>
                <a:srgbClr val="FFFFFF"/>
              </a:solidFill>
              <a:latin typeface="Calibri"/>
              <a:ea typeface="Calibri"/>
              <a:cs typeface="Calibri"/>
              <a:sym typeface="Calibri"/>
            </a:endParaRPr>
          </a:p>
        </p:txBody>
      </p:sp>
      <p:sp>
        <p:nvSpPr>
          <p:cNvPr id="129" name="Google Shape;129;p9"/>
          <p:cNvSpPr txBox="1"/>
          <p:nvPr/>
        </p:nvSpPr>
        <p:spPr>
          <a:xfrm>
            <a:off x="609600" y="5858633"/>
            <a:ext cx="5386400" cy="646800"/>
          </a:xfrm>
          <a:prstGeom prst="rect">
            <a:avLst/>
          </a:prstGeom>
          <a:noFill/>
          <a:ln>
            <a:noFill/>
          </a:ln>
        </p:spPr>
        <p:txBody>
          <a:bodyPr anchorCtr="0" anchor="t" bIns="121900" lIns="121900" spcFirstLastPara="1" rIns="121900" wrap="square" tIns="121900">
            <a:noAutofit/>
          </a:bodyPr>
          <a:lstStyle/>
          <a:p>
            <a:pPr indent="0" lvl="0" marL="0" marR="0" rtl="0" algn="l">
              <a:spcBef>
                <a:spcPts val="0"/>
              </a:spcBef>
              <a:spcAft>
                <a:spcPts val="0"/>
              </a:spcAft>
              <a:buNone/>
            </a:pPr>
            <a:r>
              <a:rPr b="0" i="0" lang="de-DE" sz="1067" u="none" cap="none" strike="noStrike">
                <a:solidFill>
                  <a:srgbClr val="888888"/>
                </a:solidFill>
                <a:latin typeface="Arial"/>
                <a:ea typeface="Arial"/>
                <a:cs typeface="Arial"/>
                <a:sym typeface="Arial"/>
              </a:rPr>
              <a:t>https://www.medizininformatik-initiative.de/Kerndatensatz/Modul_Fall_Version_2/MIIIGModulFall-TechnischeImplementierung-FHIRProfile-EncounterKontaktGesundheitseinrichtung.html</a:t>
            </a:r>
            <a:endParaRPr b="0" i="0" sz="933" u="none" cap="none" strike="noStrike">
              <a:solidFill>
                <a:srgbClr val="888888"/>
              </a:solidFill>
              <a:latin typeface="Arial"/>
              <a:ea typeface="Arial"/>
              <a:cs typeface="Arial"/>
              <a:sym typeface="Arial"/>
            </a:endParaRPr>
          </a:p>
        </p:txBody>
      </p:sp>
      <p:sp>
        <p:nvSpPr>
          <p:cNvPr id="130" name="Google Shape;130;p9"/>
          <p:cNvSpPr txBox="1"/>
          <p:nvPr/>
        </p:nvSpPr>
        <p:spPr>
          <a:xfrm>
            <a:off x="609600" y="5858633"/>
            <a:ext cx="5386400" cy="646800"/>
          </a:xfrm>
          <a:prstGeom prst="rect">
            <a:avLst/>
          </a:prstGeom>
          <a:noFill/>
          <a:ln>
            <a:noFill/>
          </a:ln>
        </p:spPr>
        <p:txBody>
          <a:bodyPr anchorCtr="0" anchor="t" bIns="121900" lIns="121900" spcFirstLastPara="1" rIns="121900" wrap="square" tIns="121900">
            <a:noAutofit/>
          </a:bodyPr>
          <a:lstStyle/>
          <a:p>
            <a:pPr indent="0" lvl="0" marL="0" marR="0" rtl="0" algn="l">
              <a:spcBef>
                <a:spcPts val="0"/>
              </a:spcBef>
              <a:spcAft>
                <a:spcPts val="0"/>
              </a:spcAft>
              <a:buNone/>
            </a:pPr>
            <a:r>
              <a:rPr b="0" i="0" lang="de-DE" sz="1067" u="none" cap="none" strike="noStrike">
                <a:solidFill>
                  <a:srgbClr val="888888"/>
                </a:solidFill>
                <a:latin typeface="Arial"/>
                <a:ea typeface="Arial"/>
                <a:cs typeface="Arial"/>
                <a:sym typeface="Arial"/>
              </a:rPr>
              <a:t>https://www.medizininformatik-initiative.de/Kerndatensatz/Modul_Fall_Version_2/MIIIGModulFall-TechnischeImplementierung-FHIRProfile-EncounterKontaktGesundheitseinrichtung.html</a:t>
            </a:r>
            <a:endParaRPr b="0" i="0" sz="933" u="none" cap="none" strike="noStrike">
              <a:solidFill>
                <a:srgbClr val="888888"/>
              </a:solidFill>
              <a:latin typeface="Arial"/>
              <a:ea typeface="Arial"/>
              <a:cs typeface="Arial"/>
              <a:sym typeface="Arial"/>
            </a:endParaRPr>
          </a:p>
        </p:txBody>
      </p:sp>
      <p:sp>
        <p:nvSpPr>
          <p:cNvPr id="131" name="Google Shape;131;p9"/>
          <p:cNvSpPr txBox="1"/>
          <p:nvPr/>
        </p:nvSpPr>
        <p:spPr>
          <a:xfrm>
            <a:off x="6491167" y="5501117"/>
            <a:ext cx="5386400" cy="646800"/>
          </a:xfrm>
          <a:prstGeom prst="rect">
            <a:avLst/>
          </a:prstGeom>
          <a:noFill/>
          <a:ln>
            <a:noFill/>
          </a:ln>
        </p:spPr>
        <p:txBody>
          <a:bodyPr anchorCtr="0" anchor="t" bIns="121900" lIns="121900" spcFirstLastPara="1" rIns="121900" wrap="square" tIns="121900">
            <a:noAutofit/>
          </a:bodyPr>
          <a:lstStyle/>
          <a:p>
            <a:pPr indent="0" lvl="0" marL="0" marR="0" rtl="0" algn="l">
              <a:spcBef>
                <a:spcPts val="0"/>
              </a:spcBef>
              <a:spcAft>
                <a:spcPts val="0"/>
              </a:spcAft>
              <a:buNone/>
            </a:pPr>
            <a:r>
              <a:rPr b="0" i="0" lang="de-DE" sz="1200" u="none" cap="none" strike="noStrike">
                <a:solidFill>
                  <a:srgbClr val="000000"/>
                </a:solidFill>
                <a:latin typeface="Arial"/>
                <a:ea typeface="Arial"/>
                <a:cs typeface="Arial"/>
                <a:sym typeface="Arial"/>
              </a:rPr>
              <a:t>Code system</a:t>
            </a:r>
            <a:r>
              <a:rPr b="0" i="0" lang="de-DE" sz="1067" u="none" cap="none" strike="noStrike">
                <a:solidFill>
                  <a:srgbClr val="888888"/>
                </a:solidFill>
                <a:latin typeface="Arial"/>
                <a:ea typeface="Arial"/>
                <a:cs typeface="Arial"/>
                <a:sym typeface="Arial"/>
              </a:rPr>
              <a:t>: https://www.medizininformatik-initiative.de/Kerndatensatz/Modul_Fall_Version_2/MIIIGModulFall-TechnischeImplementierung-FHIRProfile-EncounterKontaktGesundheitseinrichtung.html</a:t>
            </a:r>
            <a:endParaRPr b="0" i="0" sz="933" u="none" cap="none" strike="noStrike">
              <a:solidFill>
                <a:srgbClr val="888888"/>
              </a:solidFill>
              <a:latin typeface="Arial"/>
              <a:ea typeface="Arial"/>
              <a:cs typeface="Arial"/>
              <a:sym typeface="Arial"/>
            </a:endParaRPr>
          </a:p>
          <a:p>
            <a:pPr indent="0" lvl="0" marL="0" marR="0" rtl="0" algn="l">
              <a:spcBef>
                <a:spcPts val="0"/>
              </a:spcBef>
              <a:spcAft>
                <a:spcPts val="0"/>
              </a:spcAft>
              <a:buNone/>
            </a:pPr>
            <a:r>
              <a:t/>
            </a:r>
            <a:endParaRPr b="0" i="0" sz="1067" u="none" cap="none" strike="noStrike">
              <a:solidFill>
                <a:srgbClr val="888888"/>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0"/>
          <p:cNvSpPr txBox="1"/>
          <p:nvPr>
            <p:ph type="title"/>
          </p:nvPr>
        </p:nvSpPr>
        <p:spPr>
          <a:xfrm>
            <a:off x="609601" y="406399"/>
            <a:ext cx="10979151" cy="1011767"/>
          </a:xfrm>
          <a:prstGeom prst="rect">
            <a:avLst/>
          </a:prstGeom>
          <a:noFill/>
          <a:ln>
            <a:noFill/>
          </a:ln>
        </p:spPr>
        <p:txBody>
          <a:bodyPr anchorCtr="0" anchor="b" bIns="60925" lIns="121900" spcFirstLastPara="1" rIns="121900" wrap="square" tIns="60925">
            <a:noAutofit/>
          </a:bodyPr>
          <a:lstStyle/>
          <a:p>
            <a:pPr indent="0" lvl="0" marL="0" marR="0" rtl="0" algn="l">
              <a:lnSpc>
                <a:spcPct val="100000"/>
              </a:lnSpc>
              <a:spcBef>
                <a:spcPts val="0"/>
              </a:spcBef>
              <a:spcAft>
                <a:spcPts val="0"/>
              </a:spcAft>
              <a:buSzPts val="1400"/>
              <a:buNone/>
            </a:pPr>
            <a:r>
              <a:rPr lang="de-DE"/>
              <a:t>MIRTH-CONNECT</a:t>
            </a:r>
            <a:endParaRPr/>
          </a:p>
        </p:txBody>
      </p:sp>
      <p:sp>
        <p:nvSpPr>
          <p:cNvPr id="137" name="Google Shape;137;p10"/>
          <p:cNvSpPr txBox="1"/>
          <p:nvPr>
            <p:ph idx="1" type="body"/>
          </p:nvPr>
        </p:nvSpPr>
        <p:spPr>
          <a:xfrm>
            <a:off x="609600" y="2156167"/>
            <a:ext cx="11093200" cy="3980800"/>
          </a:xfrm>
          <a:prstGeom prst="rect">
            <a:avLst/>
          </a:prstGeom>
          <a:noFill/>
          <a:ln>
            <a:noFill/>
          </a:ln>
        </p:spPr>
        <p:txBody>
          <a:bodyPr anchorCtr="0" anchor="t" bIns="60925" lIns="121900" spcFirstLastPara="1" rIns="121900" wrap="square" tIns="60925">
            <a:noAutofit/>
          </a:bodyPr>
          <a:lstStyle/>
          <a:p>
            <a:pPr indent="-457189" lvl="0" marL="609585" rtl="0" algn="l">
              <a:lnSpc>
                <a:spcPct val="100000"/>
              </a:lnSpc>
              <a:spcBef>
                <a:spcPts val="0"/>
              </a:spcBef>
              <a:spcAft>
                <a:spcPts val="0"/>
              </a:spcAft>
              <a:buSzPts val="1800"/>
              <a:buAutoNum type="arabicPeriod"/>
            </a:pPr>
            <a:r>
              <a:rPr b="1" lang="de-DE"/>
              <a:t>Source </a:t>
            </a:r>
            <a:r>
              <a:rPr lang="de-DE"/>
              <a:t>(input)</a:t>
            </a:r>
            <a:endParaRPr b="1"/>
          </a:p>
          <a:p>
            <a:pPr indent="-342891" lvl="1" marL="952476" rtl="0" algn="l">
              <a:lnSpc>
                <a:spcPct val="100000"/>
              </a:lnSpc>
              <a:spcBef>
                <a:spcPts val="427"/>
              </a:spcBef>
              <a:spcAft>
                <a:spcPts val="0"/>
              </a:spcAft>
              <a:buSzPts val="1600"/>
              <a:buChar char="−"/>
            </a:pPr>
            <a:r>
              <a:rPr lang="de-DE"/>
              <a:t>Read CSV data set</a:t>
            </a:r>
            <a:endParaRPr/>
          </a:p>
          <a:p>
            <a:pPr indent="-342891" lvl="1" marL="952476" rtl="0" algn="l">
              <a:lnSpc>
                <a:spcPct val="100000"/>
              </a:lnSpc>
              <a:spcBef>
                <a:spcPts val="427"/>
              </a:spcBef>
              <a:spcAft>
                <a:spcPts val="0"/>
              </a:spcAft>
              <a:buSzPts val="1600"/>
              <a:buFont typeface="Noto Sans Symbols"/>
              <a:buChar char="⮚"/>
            </a:pPr>
            <a:r>
              <a:rPr lang="de-DE"/>
              <a:t>File Reader (defined folder)</a:t>
            </a:r>
            <a:endParaRPr/>
          </a:p>
          <a:p>
            <a:pPr indent="-457189" lvl="0" marL="609585" rtl="0" algn="l">
              <a:lnSpc>
                <a:spcPct val="100000"/>
              </a:lnSpc>
              <a:spcBef>
                <a:spcPts val="0"/>
              </a:spcBef>
              <a:spcAft>
                <a:spcPts val="0"/>
              </a:spcAft>
              <a:buSzPts val="1800"/>
              <a:buAutoNum type="arabicPeriod" startAt="2"/>
            </a:pPr>
            <a:r>
              <a:rPr b="1" lang="de-DE"/>
              <a:t>Filters &amp; Transformer </a:t>
            </a:r>
            <a:r>
              <a:rPr lang="de-DE"/>
              <a:t>(processing)</a:t>
            </a:r>
            <a:endParaRPr/>
          </a:p>
          <a:p>
            <a:pPr indent="-342891" lvl="1" marL="952476" rtl="0" algn="l">
              <a:lnSpc>
                <a:spcPct val="100000"/>
              </a:lnSpc>
              <a:spcBef>
                <a:spcPts val="427"/>
              </a:spcBef>
              <a:spcAft>
                <a:spcPts val="0"/>
              </a:spcAft>
              <a:buSzPts val="1600"/>
              <a:buChar char="−"/>
            </a:pPr>
            <a:r>
              <a:rPr lang="de-DE"/>
              <a:t>Transforming input data CSV to FHIR template</a:t>
            </a:r>
            <a:endParaRPr/>
          </a:p>
          <a:p>
            <a:pPr indent="-342891" lvl="1" marL="952476" rtl="0" algn="l">
              <a:lnSpc>
                <a:spcPct val="100000"/>
              </a:lnSpc>
              <a:spcBef>
                <a:spcPts val="427"/>
              </a:spcBef>
              <a:spcAft>
                <a:spcPts val="0"/>
              </a:spcAft>
              <a:buSzPts val="1600"/>
              <a:buChar char="−"/>
            </a:pPr>
            <a:r>
              <a:rPr lang="de-DE"/>
              <a:t>Mapping CSV columns to FHIR attributes</a:t>
            </a:r>
            <a:endParaRPr/>
          </a:p>
          <a:p>
            <a:pPr indent="-457189" lvl="0" marL="609585" rtl="0" algn="l">
              <a:lnSpc>
                <a:spcPct val="100000"/>
              </a:lnSpc>
              <a:spcBef>
                <a:spcPts val="0"/>
              </a:spcBef>
              <a:spcAft>
                <a:spcPts val="0"/>
              </a:spcAft>
              <a:buSzPts val="1800"/>
              <a:buAutoNum type="arabicPeriod" startAt="3"/>
            </a:pPr>
            <a:r>
              <a:rPr b="1" lang="de-DE"/>
              <a:t>Destination </a:t>
            </a:r>
            <a:r>
              <a:rPr lang="de-DE"/>
              <a:t>(output)</a:t>
            </a:r>
            <a:endParaRPr b="1"/>
          </a:p>
          <a:p>
            <a:pPr indent="-342891" lvl="1" marL="952476" rtl="0" algn="l">
              <a:lnSpc>
                <a:spcPct val="100000"/>
              </a:lnSpc>
              <a:spcBef>
                <a:spcPts val="427"/>
              </a:spcBef>
              <a:spcAft>
                <a:spcPts val="0"/>
              </a:spcAft>
              <a:buSzPts val="1600"/>
              <a:buChar char="−"/>
            </a:pPr>
            <a:r>
              <a:rPr lang="de-DE"/>
              <a:t>Send the transformed FHIR JSON messages to the FHIR server (REST API)</a:t>
            </a:r>
            <a:endParaRPr/>
          </a:p>
          <a:p>
            <a:pPr indent="-342891" lvl="1" marL="952476" rtl="0" algn="l">
              <a:lnSpc>
                <a:spcPct val="100000"/>
              </a:lnSpc>
              <a:spcBef>
                <a:spcPts val="427"/>
              </a:spcBef>
              <a:spcAft>
                <a:spcPts val="0"/>
              </a:spcAft>
              <a:buSzPts val="1600"/>
              <a:buFont typeface="Noto Sans Symbols"/>
              <a:buChar char="⮚"/>
            </a:pPr>
            <a:r>
              <a:rPr lang="de-DE"/>
              <a:t>Http sender</a:t>
            </a:r>
            <a:endParaRPr/>
          </a:p>
          <a:p>
            <a:pPr indent="-207428" lvl="1" marL="952476" rtl="0" algn="l">
              <a:lnSpc>
                <a:spcPct val="100000"/>
              </a:lnSpc>
              <a:spcBef>
                <a:spcPts val="427"/>
              </a:spcBef>
              <a:spcAft>
                <a:spcPts val="0"/>
              </a:spcAft>
              <a:buSzPts val="1600"/>
              <a:buNone/>
            </a:pPr>
            <a:r>
              <a:t/>
            </a:r>
            <a:endParaRPr/>
          </a:p>
        </p:txBody>
      </p:sp>
      <p:sp>
        <p:nvSpPr>
          <p:cNvPr id="138" name="Google Shape;138;p10"/>
          <p:cNvSpPr txBox="1"/>
          <p:nvPr>
            <p:ph idx="2" type="body"/>
          </p:nvPr>
        </p:nvSpPr>
        <p:spPr>
          <a:xfrm>
            <a:off x="609601" y="1501254"/>
            <a:ext cx="10979151" cy="503653"/>
          </a:xfrm>
          <a:prstGeom prst="rect">
            <a:avLst/>
          </a:prstGeom>
          <a:noFill/>
          <a:ln>
            <a:noFill/>
          </a:ln>
        </p:spPr>
        <p:txBody>
          <a:bodyPr anchorCtr="0" anchor="b" bIns="60925" lIns="121900" spcFirstLastPara="1" rIns="121900" wrap="square" tIns="60925">
            <a:noAutofit/>
          </a:bodyPr>
          <a:lstStyle/>
          <a:p>
            <a:pPr indent="-457189" lvl="0" marL="457189" rtl="0" algn="l">
              <a:lnSpc>
                <a:spcPct val="100000"/>
              </a:lnSpc>
              <a:spcBef>
                <a:spcPts val="0"/>
              </a:spcBef>
              <a:spcAft>
                <a:spcPts val="0"/>
              </a:spcAft>
              <a:buSzPts val="1400"/>
              <a:buNone/>
            </a:pPr>
            <a:r>
              <a:rPr lang="de-DE"/>
              <a:t>CHANNEL STRUCTURE</a:t>
            </a:r>
            <a:endParaRPr/>
          </a:p>
        </p:txBody>
      </p:sp>
      <p:pic>
        <p:nvPicPr>
          <p:cNvPr id="139" name="Google Shape;139;p10"/>
          <p:cNvPicPr preferRelativeResize="0"/>
          <p:nvPr/>
        </p:nvPicPr>
        <p:blipFill rotWithShape="1">
          <a:blip r:embed="rId3">
            <a:alphaModFix/>
          </a:blip>
          <a:srcRect b="4997" l="6114" r="3166" t="12678"/>
          <a:stretch/>
        </p:blipFill>
        <p:spPr>
          <a:xfrm>
            <a:off x="4833267" y="406401"/>
            <a:ext cx="7315200" cy="2240367"/>
          </a:xfrm>
          <a:prstGeom prst="rect">
            <a:avLst/>
          </a:prstGeom>
          <a:noFill/>
          <a:ln>
            <a:noFill/>
          </a:ln>
        </p:spPr>
      </p:pic>
      <p:sp>
        <p:nvSpPr>
          <p:cNvPr id="140" name="Google Shape;140;p10"/>
          <p:cNvSpPr txBox="1"/>
          <p:nvPr/>
        </p:nvSpPr>
        <p:spPr>
          <a:xfrm>
            <a:off x="5663467" y="2646767"/>
            <a:ext cx="5925200" cy="646800"/>
          </a:xfrm>
          <a:prstGeom prst="rect">
            <a:avLst/>
          </a:prstGeom>
          <a:noFill/>
          <a:ln>
            <a:noFill/>
          </a:ln>
        </p:spPr>
        <p:txBody>
          <a:bodyPr anchorCtr="0" anchor="t" bIns="121900" lIns="121900" spcFirstLastPara="1" rIns="121900" wrap="square" tIns="121900">
            <a:noAutofit/>
          </a:bodyPr>
          <a:lstStyle/>
          <a:p>
            <a:pPr indent="0" lvl="0" marL="0" marR="0" rtl="0" algn="l">
              <a:spcBef>
                <a:spcPts val="0"/>
              </a:spcBef>
              <a:spcAft>
                <a:spcPts val="0"/>
              </a:spcAft>
              <a:buNone/>
            </a:pPr>
            <a:r>
              <a:rPr b="0" i="0" lang="de-DE" sz="1200" u="none" cap="none" strike="noStrike">
                <a:solidFill>
                  <a:srgbClr val="888888"/>
                </a:solidFill>
                <a:latin typeface="Arial"/>
                <a:ea typeface="Arial"/>
                <a:cs typeface="Arial"/>
                <a:sym typeface="Arial"/>
              </a:rPr>
              <a:t>https://www.adldata.org/download/Manuals/Mirth_Connect_3.4_Users_Guide.pdf</a:t>
            </a:r>
            <a:endParaRPr b="0" i="0" sz="1200" u="none" cap="none" strike="noStrike">
              <a:solidFill>
                <a:srgbClr val="888888"/>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1"/>
          <p:cNvSpPr txBox="1"/>
          <p:nvPr>
            <p:ph type="title"/>
          </p:nvPr>
        </p:nvSpPr>
        <p:spPr>
          <a:xfrm>
            <a:off x="609601" y="406399"/>
            <a:ext cx="10979151" cy="1011767"/>
          </a:xfrm>
          <a:prstGeom prst="rect">
            <a:avLst/>
          </a:prstGeom>
          <a:noFill/>
          <a:ln>
            <a:noFill/>
          </a:ln>
        </p:spPr>
        <p:txBody>
          <a:bodyPr anchorCtr="0" anchor="b" bIns="60925" lIns="121900" spcFirstLastPara="1" rIns="121900" wrap="square" tIns="60925">
            <a:noAutofit/>
          </a:bodyPr>
          <a:lstStyle/>
          <a:p>
            <a:pPr indent="0" lvl="0" marL="0" marR="0" rtl="0" algn="l">
              <a:lnSpc>
                <a:spcPct val="100000"/>
              </a:lnSpc>
              <a:spcBef>
                <a:spcPts val="0"/>
              </a:spcBef>
              <a:spcAft>
                <a:spcPts val="0"/>
              </a:spcAft>
              <a:buSzPts val="1400"/>
              <a:buNone/>
            </a:pPr>
            <a:r>
              <a:rPr lang="de-DE"/>
              <a:t>MIRTH-CONNECT</a:t>
            </a:r>
            <a:endParaRPr/>
          </a:p>
        </p:txBody>
      </p:sp>
      <p:sp>
        <p:nvSpPr>
          <p:cNvPr id="146" name="Google Shape;146;p11"/>
          <p:cNvSpPr txBox="1"/>
          <p:nvPr>
            <p:ph idx="1" type="body"/>
          </p:nvPr>
        </p:nvSpPr>
        <p:spPr>
          <a:xfrm>
            <a:off x="609601" y="2156179"/>
            <a:ext cx="10979151" cy="3980744"/>
          </a:xfrm>
          <a:prstGeom prst="rect">
            <a:avLst/>
          </a:prstGeom>
          <a:noFill/>
          <a:ln>
            <a:noFill/>
          </a:ln>
        </p:spPr>
        <p:txBody>
          <a:bodyPr anchorCtr="0" anchor="t" bIns="60925" lIns="121900" spcFirstLastPara="1" rIns="121900" wrap="square" tIns="60925">
            <a:noAutofit/>
          </a:bodyPr>
          <a:lstStyle/>
          <a:p>
            <a:pPr indent="-359824" lvl="0" marL="359824" rtl="0" algn="l">
              <a:lnSpc>
                <a:spcPct val="100000"/>
              </a:lnSpc>
              <a:spcBef>
                <a:spcPts val="0"/>
              </a:spcBef>
              <a:spcAft>
                <a:spcPts val="0"/>
              </a:spcAft>
              <a:buSzPts val="1800"/>
              <a:buChar char="−"/>
            </a:pPr>
            <a:r>
              <a:rPr lang="de-DE"/>
              <a:t>Transformation of the data set to FHIR</a:t>
            </a:r>
            <a:endParaRPr/>
          </a:p>
          <a:p>
            <a:pPr indent="-359824" lvl="0" marL="359824" rtl="0" algn="l">
              <a:lnSpc>
                <a:spcPct val="100000"/>
              </a:lnSpc>
              <a:spcBef>
                <a:spcPts val="480"/>
              </a:spcBef>
              <a:spcAft>
                <a:spcPts val="0"/>
              </a:spcAft>
              <a:buSzPts val="1800"/>
              <a:buChar char="−"/>
            </a:pPr>
            <a:r>
              <a:rPr lang="de-DE"/>
              <a:t>Mapping CSV columns to FHIR attributes</a:t>
            </a:r>
            <a:endParaRPr/>
          </a:p>
          <a:p>
            <a:pPr indent="-359824" lvl="0" marL="359824" rtl="0" algn="l">
              <a:lnSpc>
                <a:spcPct val="100000"/>
              </a:lnSpc>
              <a:spcBef>
                <a:spcPts val="480"/>
              </a:spcBef>
              <a:spcAft>
                <a:spcPts val="0"/>
              </a:spcAft>
              <a:buSzPts val="1800"/>
              <a:buChar char="−"/>
            </a:pPr>
            <a:r>
              <a:rPr lang="de-DE"/>
              <a:t>Transformer Step: attribute to be mapped</a:t>
            </a:r>
            <a:endParaRPr/>
          </a:p>
          <a:p>
            <a:pPr indent="-207428" lvl="0" marL="359824" rtl="0" algn="l">
              <a:lnSpc>
                <a:spcPct val="100000"/>
              </a:lnSpc>
              <a:spcBef>
                <a:spcPts val="480"/>
              </a:spcBef>
              <a:spcAft>
                <a:spcPts val="0"/>
              </a:spcAft>
              <a:buSzPts val="1800"/>
              <a:buNone/>
            </a:pPr>
            <a:r>
              <a:t/>
            </a:r>
            <a:endParaRPr/>
          </a:p>
          <a:p>
            <a:pPr indent="-359824" lvl="0" marL="359824" rtl="0" algn="l">
              <a:lnSpc>
                <a:spcPct val="100000"/>
              </a:lnSpc>
              <a:spcBef>
                <a:spcPts val="480"/>
              </a:spcBef>
              <a:spcAft>
                <a:spcPts val="0"/>
              </a:spcAft>
              <a:buSzPts val="1800"/>
              <a:buChar char="−"/>
            </a:pPr>
            <a:r>
              <a:rPr b="1" lang="de-DE"/>
              <a:t>Input</a:t>
            </a:r>
            <a:r>
              <a:rPr lang="de-DE"/>
              <a:t>: CSV file </a:t>
            </a:r>
            <a:endParaRPr/>
          </a:p>
          <a:p>
            <a:pPr indent="-359824" lvl="0" marL="359824" rtl="0" algn="l">
              <a:lnSpc>
                <a:spcPct val="100000"/>
              </a:lnSpc>
              <a:spcBef>
                <a:spcPts val="480"/>
              </a:spcBef>
              <a:spcAft>
                <a:spcPts val="0"/>
              </a:spcAft>
              <a:buSzPts val="1800"/>
              <a:buChar char="−"/>
            </a:pPr>
            <a:r>
              <a:rPr b="1" lang="de-DE"/>
              <a:t>Output</a:t>
            </a:r>
            <a:r>
              <a:rPr lang="de-DE"/>
              <a:t>: FHIR message template</a:t>
            </a:r>
            <a:endParaRPr/>
          </a:p>
        </p:txBody>
      </p:sp>
      <p:sp>
        <p:nvSpPr>
          <p:cNvPr id="147" name="Google Shape;147;p11"/>
          <p:cNvSpPr txBox="1"/>
          <p:nvPr>
            <p:ph idx="2" type="body"/>
          </p:nvPr>
        </p:nvSpPr>
        <p:spPr>
          <a:xfrm>
            <a:off x="609601" y="1501254"/>
            <a:ext cx="10979151" cy="503653"/>
          </a:xfrm>
          <a:prstGeom prst="rect">
            <a:avLst/>
          </a:prstGeom>
          <a:noFill/>
          <a:ln>
            <a:noFill/>
          </a:ln>
        </p:spPr>
        <p:txBody>
          <a:bodyPr anchorCtr="0" anchor="b" bIns="60925" lIns="121900" spcFirstLastPara="1" rIns="121900" wrap="square" tIns="60925">
            <a:noAutofit/>
          </a:bodyPr>
          <a:lstStyle/>
          <a:p>
            <a:pPr indent="-457189" lvl="0" marL="457189" rtl="0" algn="l">
              <a:lnSpc>
                <a:spcPct val="100000"/>
              </a:lnSpc>
              <a:spcBef>
                <a:spcPts val="0"/>
              </a:spcBef>
              <a:spcAft>
                <a:spcPts val="0"/>
              </a:spcAft>
              <a:buSzPts val="1400"/>
              <a:buNone/>
            </a:pPr>
            <a:r>
              <a:rPr b="1" lang="de-DE">
                <a:solidFill>
                  <a:srgbClr val="FF5451"/>
                </a:solidFill>
              </a:rPr>
              <a:t>2. </a:t>
            </a:r>
            <a:r>
              <a:rPr lang="de-DE"/>
              <a:t>SOURCE </a:t>
            </a:r>
            <a:r>
              <a:rPr b="1" lang="de-DE"/>
              <a:t>TRANSFORMER</a:t>
            </a:r>
            <a:endParaRPr b="1"/>
          </a:p>
        </p:txBody>
      </p:sp>
      <p:sp>
        <p:nvSpPr>
          <p:cNvPr id="148" name="Google Shape;148;p11"/>
          <p:cNvSpPr txBox="1"/>
          <p:nvPr>
            <p:ph idx="12" type="sldNum"/>
          </p:nvPr>
        </p:nvSpPr>
        <p:spPr>
          <a:xfrm>
            <a:off x="10598151" y="6505433"/>
            <a:ext cx="990600" cy="272955"/>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1000"/>
              <a:buNone/>
            </a:pPr>
            <a:fld id="{00000000-1234-1234-1234-123412341234}" type="slidenum">
              <a:rPr lang="de-DE"/>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2"/>
          <p:cNvSpPr txBox="1"/>
          <p:nvPr>
            <p:ph type="title"/>
          </p:nvPr>
        </p:nvSpPr>
        <p:spPr>
          <a:xfrm>
            <a:off x="609600" y="406397"/>
            <a:ext cx="10972800" cy="1011769"/>
          </a:xfrm>
          <a:prstGeom prst="rect">
            <a:avLst/>
          </a:prstGeom>
          <a:noFill/>
          <a:ln>
            <a:noFill/>
          </a:ln>
        </p:spPr>
        <p:txBody>
          <a:bodyPr anchorCtr="0" anchor="b" bIns="60925" lIns="121900" spcFirstLastPara="1" rIns="121900" wrap="square" tIns="60925">
            <a:noAutofit/>
          </a:bodyPr>
          <a:lstStyle/>
          <a:p>
            <a:pPr indent="0" lvl="0" marL="0" marR="0" rtl="0" algn="l">
              <a:lnSpc>
                <a:spcPct val="100000"/>
              </a:lnSpc>
              <a:spcBef>
                <a:spcPts val="0"/>
              </a:spcBef>
              <a:spcAft>
                <a:spcPts val="0"/>
              </a:spcAft>
              <a:buSzPts val="1400"/>
              <a:buNone/>
            </a:pPr>
            <a:r>
              <a:rPr lang="de-DE"/>
              <a:t>TRANSFORMATION FROM CSV TO FHIR WITH MIRTH-CONNECT</a:t>
            </a:r>
            <a:endParaRPr/>
          </a:p>
        </p:txBody>
      </p:sp>
      <p:pic>
        <p:nvPicPr>
          <p:cNvPr id="154" name="Google Shape;154;p12"/>
          <p:cNvPicPr preferRelativeResize="0"/>
          <p:nvPr>
            <p:ph idx="1" type="body"/>
          </p:nvPr>
        </p:nvPicPr>
        <p:blipFill rotWithShape="1">
          <a:blip r:embed="rId4">
            <a:alphaModFix/>
          </a:blip>
          <a:srcRect b="0" l="0" r="0" t="0"/>
          <a:stretch/>
        </p:blipFill>
        <p:spPr>
          <a:xfrm>
            <a:off x="6460313" y="2270795"/>
            <a:ext cx="2155521" cy="3968749"/>
          </a:xfrm>
          <a:prstGeom prst="rect">
            <a:avLst/>
          </a:prstGeom>
          <a:noFill/>
          <a:ln>
            <a:noFill/>
          </a:ln>
        </p:spPr>
      </p:pic>
      <p:sp>
        <p:nvSpPr>
          <p:cNvPr id="155" name="Google Shape;155;p12"/>
          <p:cNvSpPr txBox="1"/>
          <p:nvPr>
            <p:ph idx="2" type="body"/>
          </p:nvPr>
        </p:nvSpPr>
        <p:spPr>
          <a:xfrm>
            <a:off x="609600" y="1519451"/>
            <a:ext cx="10972800" cy="485456"/>
          </a:xfrm>
          <a:prstGeom prst="rect">
            <a:avLst/>
          </a:prstGeom>
          <a:noFill/>
          <a:ln>
            <a:noFill/>
          </a:ln>
        </p:spPr>
        <p:txBody>
          <a:bodyPr anchorCtr="0" anchor="b" bIns="60925" lIns="121900" spcFirstLastPara="1" rIns="121900" wrap="square" tIns="60925">
            <a:noAutofit/>
          </a:bodyPr>
          <a:lstStyle/>
          <a:p>
            <a:pPr indent="-457189" lvl="0" marL="457189" rtl="0" algn="l">
              <a:lnSpc>
                <a:spcPct val="100000"/>
              </a:lnSpc>
              <a:spcBef>
                <a:spcPts val="0"/>
              </a:spcBef>
              <a:spcAft>
                <a:spcPts val="0"/>
              </a:spcAft>
              <a:buSzPts val="1400"/>
              <a:buNone/>
            </a:pPr>
            <a:r>
              <a:rPr lang="de-DE"/>
              <a:t>MII PATIENT TRANSFORMATION: EXAMPLE</a:t>
            </a:r>
            <a:endParaRPr/>
          </a:p>
        </p:txBody>
      </p:sp>
      <p:pic>
        <p:nvPicPr>
          <p:cNvPr id="156" name="Google Shape;156;p12"/>
          <p:cNvPicPr preferRelativeResize="0"/>
          <p:nvPr>
            <p:ph idx="3" type="body"/>
          </p:nvPr>
        </p:nvPicPr>
        <p:blipFill rotWithShape="1">
          <a:blip r:embed="rId5">
            <a:alphaModFix/>
          </a:blip>
          <a:srcRect b="0" l="0" r="0" t="0"/>
          <a:stretch/>
        </p:blipFill>
        <p:spPr>
          <a:xfrm>
            <a:off x="3046490" y="2270795"/>
            <a:ext cx="2894405" cy="3968749"/>
          </a:xfrm>
          <a:prstGeom prst="rect">
            <a:avLst/>
          </a:prstGeom>
          <a:noFill/>
          <a:ln>
            <a:noFill/>
          </a:ln>
        </p:spPr>
      </p:pic>
      <p:sp>
        <p:nvSpPr>
          <p:cNvPr id="157" name="Google Shape;157;p12"/>
          <p:cNvSpPr txBox="1"/>
          <p:nvPr>
            <p:ph idx="12" type="sldNum"/>
          </p:nvPr>
        </p:nvSpPr>
        <p:spPr>
          <a:xfrm>
            <a:off x="10598151" y="6505433"/>
            <a:ext cx="990600" cy="272955"/>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1000"/>
              <a:buNone/>
            </a:pPr>
            <a:fld id="{00000000-1234-1234-1234-123412341234}" type="slidenum">
              <a:rPr lang="de-DE"/>
              <a:t>‹#›</a:t>
            </a:fld>
            <a:endParaRPr/>
          </a:p>
        </p:txBody>
      </p:sp>
      <p:sp>
        <p:nvSpPr>
          <p:cNvPr id="158" name="Google Shape;158;p12"/>
          <p:cNvSpPr/>
          <p:nvPr/>
        </p:nvSpPr>
        <p:spPr>
          <a:xfrm>
            <a:off x="7324871" y="5338549"/>
            <a:ext cx="1290963" cy="569192"/>
          </a:xfrm>
          <a:prstGeom prst="ellipse">
            <a:avLst/>
          </a:prstGeom>
          <a:noFill/>
          <a:ln cap="flat" cmpd="sng" w="19050">
            <a:solidFill>
              <a:srgbClr val="FF5451"/>
            </a:solidFill>
            <a:prstDash val="solid"/>
            <a:round/>
            <a:headEnd len="sm" w="sm" type="none"/>
            <a:tailEnd len="sm" w="sm" type="none"/>
          </a:ln>
          <a:effectLst>
            <a:outerShdw blurRad="40000" rotWithShape="0" dir="5400000" dist="23000">
              <a:srgbClr val="000000">
                <a:alpha val="34509"/>
              </a:srgbClr>
            </a:outerShdw>
          </a:effectLst>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b="0" i="0" sz="2400" u="none" cap="none" strike="noStrike">
              <a:solidFill>
                <a:srgbClr val="FFFFFF"/>
              </a:solidFill>
              <a:latin typeface="Calibri"/>
              <a:ea typeface="Calibri"/>
              <a:cs typeface="Calibri"/>
              <a:sym typeface="Calibri"/>
            </a:endParaRPr>
          </a:p>
        </p:txBody>
      </p:sp>
      <p:sp>
        <p:nvSpPr>
          <p:cNvPr id="159" name="Google Shape;159;p12"/>
          <p:cNvSpPr/>
          <p:nvPr/>
        </p:nvSpPr>
        <p:spPr>
          <a:xfrm>
            <a:off x="3412883" y="5213111"/>
            <a:ext cx="2578168" cy="770899"/>
          </a:xfrm>
          <a:prstGeom prst="ellipse">
            <a:avLst/>
          </a:prstGeom>
          <a:noFill/>
          <a:ln cap="flat" cmpd="sng" w="19050">
            <a:solidFill>
              <a:srgbClr val="FF5451"/>
            </a:solidFill>
            <a:prstDash val="solid"/>
            <a:round/>
            <a:headEnd len="sm" w="sm" type="none"/>
            <a:tailEnd len="sm" w="sm" type="none"/>
          </a:ln>
          <a:effectLst>
            <a:outerShdw blurRad="40000" rotWithShape="0" dir="5400000" dist="23000">
              <a:srgbClr val="000000">
                <a:alpha val="34509"/>
              </a:srgbClr>
            </a:outerShdw>
          </a:effectLst>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b="0" i="0" sz="2400" u="none" cap="none" strike="noStrike">
              <a:solidFill>
                <a:srgbClr val="FFFFFF"/>
              </a:solidFill>
              <a:latin typeface="Calibri"/>
              <a:ea typeface="Calibri"/>
              <a:cs typeface="Calibri"/>
              <a:sym typeface="Calibri"/>
            </a:endParaRPr>
          </a:p>
        </p:txBody>
      </p:sp>
      <p:cxnSp>
        <p:nvCxnSpPr>
          <p:cNvPr id="160" name="Google Shape;160;p12"/>
          <p:cNvCxnSpPr/>
          <p:nvPr/>
        </p:nvCxnSpPr>
        <p:spPr>
          <a:xfrm>
            <a:off x="6250759" y="5645120"/>
            <a:ext cx="690283" cy="0"/>
          </a:xfrm>
          <a:prstGeom prst="straightConnector1">
            <a:avLst/>
          </a:prstGeom>
          <a:noFill/>
          <a:ln cap="flat" cmpd="sng" w="38100">
            <a:solidFill>
              <a:srgbClr val="FF5451"/>
            </a:solidFill>
            <a:prstDash val="solid"/>
            <a:round/>
            <a:headEnd len="sm" w="sm" type="none"/>
            <a:tailEnd len="med" w="med" type="triangle"/>
          </a:ln>
          <a:effectLst>
            <a:outerShdw blurRad="40000" rotWithShape="0" dir="5400000" dist="20000">
              <a:srgbClr val="000000">
                <a:alpha val="37254"/>
              </a:srgbClr>
            </a:outerShdw>
          </a:effectLst>
        </p:spPr>
      </p:cxnSp>
      <p:sp>
        <p:nvSpPr>
          <p:cNvPr id="161" name="Google Shape;161;p12"/>
          <p:cNvSpPr txBox="1"/>
          <p:nvPr/>
        </p:nvSpPr>
        <p:spPr>
          <a:xfrm>
            <a:off x="609602" y="2106192"/>
            <a:ext cx="2386733" cy="4030731"/>
          </a:xfrm>
          <a:prstGeom prst="rect">
            <a:avLst/>
          </a:prstGeom>
          <a:no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rPr b="1" i="0" lang="de-DE" sz="2400" u="none" cap="none" strike="noStrike">
                <a:solidFill>
                  <a:srgbClr val="000000"/>
                </a:solidFill>
                <a:latin typeface="Arial"/>
                <a:ea typeface="Arial"/>
                <a:cs typeface="Arial"/>
                <a:sym typeface="Arial"/>
              </a:rPr>
              <a:t>Input</a:t>
            </a:r>
            <a:r>
              <a:rPr b="0" i="0" lang="de-DE" sz="2400" u="none" cap="none" strike="noStrike">
                <a:solidFill>
                  <a:srgbClr val="000000"/>
                </a:solidFill>
                <a:latin typeface="Arial"/>
                <a:ea typeface="Arial"/>
                <a:cs typeface="Arial"/>
                <a:sym typeface="Arial"/>
              </a:rPr>
              <a:t>: CSV file</a:t>
            </a:r>
            <a:endParaRPr b="0" i="0" sz="1867" u="none" cap="none" strike="noStrike">
              <a:solidFill>
                <a:srgbClr val="000000"/>
              </a:solidFill>
              <a:latin typeface="Arial"/>
              <a:ea typeface="Arial"/>
              <a:cs typeface="Arial"/>
              <a:sym typeface="Arial"/>
            </a:endParaRPr>
          </a:p>
          <a:p>
            <a:pPr indent="-351358" lvl="0" marL="359824" marR="0" rtl="0" algn="l">
              <a:spcBef>
                <a:spcPts val="480"/>
              </a:spcBef>
              <a:spcAft>
                <a:spcPts val="0"/>
              </a:spcAft>
              <a:buClr>
                <a:srgbClr val="D8413E"/>
              </a:buClr>
              <a:buSzPts val="1700"/>
              <a:buFont typeface="Noto Sans Symbols"/>
              <a:buChar char="−"/>
            </a:pPr>
            <a:r>
              <a:rPr b="0" i="0" lang="de-DE" sz="2267" u="none" cap="none" strike="noStrike">
                <a:solidFill>
                  <a:srgbClr val="000000"/>
                </a:solidFill>
                <a:latin typeface="Arial"/>
                <a:ea typeface="Arial"/>
                <a:cs typeface="Arial"/>
                <a:sym typeface="Arial"/>
              </a:rPr>
              <a:t>All rows and columns as tree structure</a:t>
            </a:r>
            <a:endParaRPr b="0" i="0" sz="2267" u="none" cap="none" strike="noStrike">
              <a:solidFill>
                <a:srgbClr val="000000"/>
              </a:solidFill>
              <a:latin typeface="Arial"/>
              <a:ea typeface="Arial"/>
              <a:cs typeface="Arial"/>
              <a:sym typeface="Arial"/>
            </a:endParaRPr>
          </a:p>
          <a:p>
            <a:pPr indent="-351358" lvl="0" marL="359824" marR="0" rtl="0" algn="l">
              <a:spcBef>
                <a:spcPts val="480"/>
              </a:spcBef>
              <a:spcAft>
                <a:spcPts val="0"/>
              </a:spcAft>
              <a:buClr>
                <a:srgbClr val="D8413E"/>
              </a:buClr>
              <a:buSzPts val="1700"/>
              <a:buFont typeface="Noto Sans Symbols"/>
              <a:buChar char="−"/>
            </a:pPr>
            <a:r>
              <a:rPr b="0" i="0" lang="de-DE" sz="2267" u="none" cap="none" strike="noStrike">
                <a:solidFill>
                  <a:srgbClr val="000000"/>
                </a:solidFill>
                <a:latin typeface="Arial"/>
                <a:ea typeface="Arial"/>
                <a:cs typeface="Arial"/>
                <a:sym typeface="Arial"/>
              </a:rPr>
              <a:t>Mapping of the first row sufficient</a:t>
            </a:r>
            <a:endParaRPr b="0" i="0" sz="2267" u="none" cap="none" strike="noStrike">
              <a:solidFill>
                <a:srgbClr val="000000"/>
              </a:solidFill>
              <a:latin typeface="Arial"/>
              <a:ea typeface="Arial"/>
              <a:cs typeface="Arial"/>
              <a:sym typeface="Arial"/>
            </a:endParaRPr>
          </a:p>
        </p:txBody>
      </p:sp>
      <p:sp>
        <p:nvSpPr>
          <p:cNvPr id="162" name="Google Shape;162;p12"/>
          <p:cNvSpPr txBox="1"/>
          <p:nvPr/>
        </p:nvSpPr>
        <p:spPr>
          <a:xfrm>
            <a:off x="8825387" y="2106192"/>
            <a:ext cx="2757011" cy="4030731"/>
          </a:xfrm>
          <a:prstGeom prst="rect">
            <a:avLst/>
          </a:prstGeom>
          <a:no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rPr b="1" i="0" lang="de-DE" sz="2400" u="none" cap="none" strike="noStrike">
                <a:solidFill>
                  <a:srgbClr val="000000"/>
                </a:solidFill>
                <a:latin typeface="Arial"/>
                <a:ea typeface="Arial"/>
                <a:cs typeface="Arial"/>
                <a:sym typeface="Arial"/>
              </a:rPr>
              <a:t>Output</a:t>
            </a:r>
            <a:r>
              <a:rPr b="0" i="0" lang="de-DE" sz="2400" u="none" cap="none" strike="noStrike">
                <a:solidFill>
                  <a:srgbClr val="000000"/>
                </a:solidFill>
                <a:latin typeface="Arial"/>
                <a:ea typeface="Arial"/>
                <a:cs typeface="Arial"/>
                <a:sym typeface="Arial"/>
              </a:rPr>
              <a:t>: FHIR JSON template</a:t>
            </a:r>
            <a:endParaRPr b="0" i="0" sz="1867" u="none" cap="none" strike="noStrike">
              <a:solidFill>
                <a:srgbClr val="000000"/>
              </a:solidFill>
              <a:latin typeface="Arial"/>
              <a:ea typeface="Arial"/>
              <a:cs typeface="Arial"/>
              <a:sym typeface="Arial"/>
            </a:endParaRPr>
          </a:p>
          <a:p>
            <a:pPr indent="-359824" lvl="0" marL="359824" marR="0" rtl="0" algn="l">
              <a:spcBef>
                <a:spcPts val="480"/>
              </a:spcBef>
              <a:spcAft>
                <a:spcPts val="0"/>
              </a:spcAft>
              <a:buClr>
                <a:srgbClr val="D8413E"/>
              </a:buClr>
              <a:buSzPts val="1800"/>
              <a:buFont typeface="Noto Sans Symbols"/>
              <a:buChar char="−"/>
            </a:pPr>
            <a:r>
              <a:rPr b="0" i="0" lang="de-DE" sz="2400" u="none" cap="none" strike="noStrike">
                <a:solidFill>
                  <a:srgbClr val="000000"/>
                </a:solidFill>
                <a:latin typeface="Arial"/>
                <a:ea typeface="Arial"/>
                <a:cs typeface="Arial"/>
                <a:sym typeface="Arial"/>
              </a:rPr>
              <a:t>A JSON tree </a:t>
            </a:r>
            <a:endParaRPr b="0" i="0" sz="1867" u="none" cap="none" strike="noStrike">
              <a:solidFill>
                <a:srgbClr val="000000"/>
              </a:solidFill>
              <a:latin typeface="Arial"/>
              <a:ea typeface="Arial"/>
              <a:cs typeface="Arial"/>
              <a:sym typeface="Arial"/>
            </a:endParaRPr>
          </a:p>
          <a:p>
            <a:pPr indent="-207428" lvl="0" marL="359824" marR="0" rtl="0" algn="l">
              <a:spcBef>
                <a:spcPts val="480"/>
              </a:spcBef>
              <a:spcAft>
                <a:spcPts val="0"/>
              </a:spcAft>
              <a:buNone/>
            </a:pPr>
            <a:r>
              <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3"/>
          <p:cNvSpPr txBox="1"/>
          <p:nvPr>
            <p:ph type="title"/>
          </p:nvPr>
        </p:nvSpPr>
        <p:spPr>
          <a:xfrm>
            <a:off x="609600" y="406397"/>
            <a:ext cx="10972800" cy="1011769"/>
          </a:xfrm>
          <a:prstGeom prst="rect">
            <a:avLst/>
          </a:prstGeom>
          <a:noFill/>
          <a:ln>
            <a:noFill/>
          </a:ln>
        </p:spPr>
        <p:txBody>
          <a:bodyPr anchorCtr="0" anchor="b" bIns="60925" lIns="121900" spcFirstLastPara="1" rIns="121900" wrap="square" tIns="60925">
            <a:noAutofit/>
          </a:bodyPr>
          <a:lstStyle/>
          <a:p>
            <a:pPr indent="0" lvl="0" marL="0" marR="0" rtl="0" algn="l">
              <a:lnSpc>
                <a:spcPct val="100000"/>
              </a:lnSpc>
              <a:spcBef>
                <a:spcPts val="0"/>
              </a:spcBef>
              <a:spcAft>
                <a:spcPts val="0"/>
              </a:spcAft>
              <a:buSzPts val="1400"/>
              <a:buNone/>
            </a:pPr>
            <a:r>
              <a:rPr lang="de-DE"/>
              <a:t>TRANSFORMATION FROM CSV TO FHIR WITH MIRTH-CONNECT</a:t>
            </a:r>
            <a:endParaRPr/>
          </a:p>
        </p:txBody>
      </p:sp>
      <p:sp>
        <p:nvSpPr>
          <p:cNvPr id="168" name="Google Shape;168;p13"/>
          <p:cNvSpPr txBox="1"/>
          <p:nvPr>
            <p:ph idx="2" type="body"/>
          </p:nvPr>
        </p:nvSpPr>
        <p:spPr>
          <a:xfrm>
            <a:off x="609600" y="1519451"/>
            <a:ext cx="10972800" cy="485456"/>
          </a:xfrm>
          <a:prstGeom prst="rect">
            <a:avLst/>
          </a:prstGeom>
          <a:noFill/>
          <a:ln>
            <a:noFill/>
          </a:ln>
        </p:spPr>
        <p:txBody>
          <a:bodyPr anchorCtr="0" anchor="b" bIns="60925" lIns="121900" spcFirstLastPara="1" rIns="121900" wrap="square" tIns="60925">
            <a:noAutofit/>
          </a:bodyPr>
          <a:lstStyle/>
          <a:p>
            <a:pPr indent="-457189" lvl="0" marL="457189" rtl="0" algn="l">
              <a:lnSpc>
                <a:spcPct val="100000"/>
              </a:lnSpc>
              <a:spcBef>
                <a:spcPts val="0"/>
              </a:spcBef>
              <a:spcAft>
                <a:spcPts val="0"/>
              </a:spcAft>
              <a:buSzPts val="1400"/>
              <a:buNone/>
            </a:pPr>
            <a:r>
              <a:rPr lang="de-DE"/>
              <a:t>MII PATIENT TRANSFORMATION: EXAMPLE</a:t>
            </a:r>
            <a:endParaRPr/>
          </a:p>
        </p:txBody>
      </p:sp>
      <p:pic>
        <p:nvPicPr>
          <p:cNvPr id="169" name="Google Shape;169;p13"/>
          <p:cNvPicPr preferRelativeResize="0"/>
          <p:nvPr>
            <p:ph idx="3" type="body"/>
          </p:nvPr>
        </p:nvPicPr>
        <p:blipFill rotWithShape="1">
          <a:blip r:embed="rId3">
            <a:alphaModFix/>
          </a:blip>
          <a:srcRect b="0" l="0" r="0" t="0"/>
          <a:stretch/>
        </p:blipFill>
        <p:spPr>
          <a:xfrm>
            <a:off x="769454" y="2106192"/>
            <a:ext cx="2894405" cy="3968749"/>
          </a:xfrm>
          <a:prstGeom prst="rect">
            <a:avLst/>
          </a:prstGeom>
          <a:noFill/>
          <a:ln>
            <a:noFill/>
          </a:ln>
        </p:spPr>
      </p:pic>
      <p:sp>
        <p:nvSpPr>
          <p:cNvPr id="170" name="Google Shape;170;p13"/>
          <p:cNvSpPr txBox="1"/>
          <p:nvPr>
            <p:ph idx="12" type="sldNum"/>
          </p:nvPr>
        </p:nvSpPr>
        <p:spPr>
          <a:xfrm>
            <a:off x="10598151" y="6505433"/>
            <a:ext cx="990600" cy="272955"/>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1000"/>
              <a:buNone/>
            </a:pPr>
            <a:fld id="{00000000-1234-1234-1234-123412341234}" type="slidenum">
              <a:rPr lang="de-DE"/>
              <a:t>‹#›</a:t>
            </a:fld>
            <a:endParaRPr/>
          </a:p>
        </p:txBody>
      </p:sp>
      <p:sp>
        <p:nvSpPr>
          <p:cNvPr id="171" name="Google Shape;171;p13"/>
          <p:cNvSpPr/>
          <p:nvPr/>
        </p:nvSpPr>
        <p:spPr>
          <a:xfrm>
            <a:off x="1143399" y="5015887"/>
            <a:ext cx="2578168" cy="770899"/>
          </a:xfrm>
          <a:prstGeom prst="ellipse">
            <a:avLst/>
          </a:prstGeom>
          <a:noFill/>
          <a:ln cap="flat" cmpd="sng" w="19050">
            <a:solidFill>
              <a:srgbClr val="FF5451"/>
            </a:solidFill>
            <a:prstDash val="solid"/>
            <a:round/>
            <a:headEnd len="sm" w="sm" type="none"/>
            <a:tailEnd len="sm" w="sm" type="none"/>
          </a:ln>
          <a:effectLst>
            <a:outerShdw blurRad="40000" rotWithShape="0" dir="5400000" dist="23000">
              <a:srgbClr val="000000">
                <a:alpha val="34509"/>
              </a:srgbClr>
            </a:outerShdw>
          </a:effectLst>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b="0" i="0" sz="2400" u="none" cap="none" strike="noStrike">
              <a:solidFill>
                <a:srgbClr val="FFFFFF"/>
              </a:solidFill>
              <a:latin typeface="Calibri"/>
              <a:ea typeface="Calibri"/>
              <a:cs typeface="Calibri"/>
              <a:sym typeface="Calibri"/>
            </a:endParaRPr>
          </a:p>
        </p:txBody>
      </p:sp>
      <p:sp>
        <p:nvSpPr>
          <p:cNvPr id="172" name="Google Shape;172;p13"/>
          <p:cNvSpPr txBox="1"/>
          <p:nvPr>
            <p:ph idx="1" type="body"/>
          </p:nvPr>
        </p:nvSpPr>
        <p:spPr>
          <a:xfrm>
            <a:off x="4214879" y="2106192"/>
            <a:ext cx="7373871" cy="3969456"/>
          </a:xfrm>
          <a:prstGeom prst="rect">
            <a:avLst/>
          </a:prstGeom>
          <a:noFill/>
          <a:ln>
            <a:noFill/>
          </a:ln>
        </p:spPr>
        <p:txBody>
          <a:bodyPr anchorCtr="0" anchor="t" bIns="60925" lIns="121900" spcFirstLastPara="1" rIns="121900" wrap="square" tIns="60925">
            <a:noAutofit/>
          </a:bodyPr>
          <a:lstStyle/>
          <a:p>
            <a:pPr indent="-359824" lvl="0" marL="359824" rtl="0" algn="l">
              <a:lnSpc>
                <a:spcPct val="100000"/>
              </a:lnSpc>
              <a:spcBef>
                <a:spcPts val="0"/>
              </a:spcBef>
              <a:spcAft>
                <a:spcPts val="0"/>
              </a:spcAft>
              <a:buSzPts val="1800"/>
              <a:buChar char="−"/>
            </a:pPr>
            <a:r>
              <a:rPr lang="de-DE"/>
              <a:t>Mirth-Connect Transformer</a:t>
            </a:r>
            <a:endParaRPr/>
          </a:p>
          <a:p>
            <a:pPr indent="-359824" lvl="0" marL="359824" rtl="0" algn="l">
              <a:lnSpc>
                <a:spcPct val="100000"/>
              </a:lnSpc>
              <a:spcBef>
                <a:spcPts val="480"/>
              </a:spcBef>
              <a:spcAft>
                <a:spcPts val="0"/>
              </a:spcAft>
              <a:buSzPts val="1800"/>
              <a:buChar char="−"/>
            </a:pPr>
            <a:r>
              <a:rPr b="1" lang="de-DE"/>
              <a:t>Input </a:t>
            </a:r>
            <a:r>
              <a:rPr lang="de-DE"/>
              <a:t>CSV:</a:t>
            </a:r>
            <a:endParaRPr/>
          </a:p>
          <a:p>
            <a:pPr indent="-207428" lvl="0" marL="359824" rtl="0" algn="l">
              <a:lnSpc>
                <a:spcPct val="100000"/>
              </a:lnSpc>
              <a:spcBef>
                <a:spcPts val="480"/>
              </a:spcBef>
              <a:spcAft>
                <a:spcPts val="0"/>
              </a:spcAft>
              <a:buSzPts val="1800"/>
              <a:buNone/>
            </a:pPr>
            <a:r>
              <a:t/>
            </a:r>
            <a:endParaRPr/>
          </a:p>
          <a:p>
            <a:pPr indent="-207428" lvl="0" marL="2188579" rtl="0" algn="l">
              <a:lnSpc>
                <a:spcPct val="100000"/>
              </a:lnSpc>
              <a:spcBef>
                <a:spcPts val="480"/>
              </a:spcBef>
              <a:spcAft>
                <a:spcPts val="0"/>
              </a:spcAft>
              <a:buSzPts val="1800"/>
              <a:buNone/>
            </a:pPr>
            <a:r>
              <a:rPr lang="de-DE"/>
              <a:t>Mirth-Connect syntax</a:t>
            </a:r>
            <a:endParaRPr/>
          </a:p>
          <a:p>
            <a:pPr indent="-207428" lvl="0" marL="359824" rtl="0" algn="l">
              <a:lnSpc>
                <a:spcPct val="100000"/>
              </a:lnSpc>
              <a:spcBef>
                <a:spcPts val="480"/>
              </a:spcBef>
              <a:spcAft>
                <a:spcPts val="0"/>
              </a:spcAft>
              <a:buSzPts val="1800"/>
              <a:buNone/>
            </a:pPr>
            <a:r>
              <a:t/>
            </a:r>
            <a:endParaRPr/>
          </a:p>
          <a:p>
            <a:pPr indent="-359824" lvl="0" marL="359824" rtl="0" algn="l">
              <a:lnSpc>
                <a:spcPct val="100000"/>
              </a:lnSpc>
              <a:spcBef>
                <a:spcPts val="480"/>
              </a:spcBef>
              <a:spcAft>
                <a:spcPts val="0"/>
              </a:spcAft>
              <a:buSzPts val="1800"/>
              <a:buFont typeface="Noto Sans Symbols"/>
              <a:buChar char="⮚"/>
            </a:pPr>
            <a:r>
              <a:rPr lang="de-DE"/>
              <a:t>msg['row'][0]['deceasedBoolean'].toString()</a:t>
            </a:r>
            <a:endParaRPr/>
          </a:p>
          <a:p>
            <a:pPr indent="0" lvl="0" marL="0" rtl="0" algn="l">
              <a:lnSpc>
                <a:spcPct val="100000"/>
              </a:lnSpc>
              <a:spcBef>
                <a:spcPts val="480"/>
              </a:spcBef>
              <a:spcAft>
                <a:spcPts val="0"/>
              </a:spcAft>
              <a:buSzPts val="1800"/>
              <a:buNone/>
            </a:pPr>
            <a:r>
              <a:t/>
            </a:r>
            <a:endParaRPr/>
          </a:p>
          <a:p>
            <a:pPr indent="609585" lvl="0" marL="1828754" rtl="0" algn="l">
              <a:lnSpc>
                <a:spcPct val="100000"/>
              </a:lnSpc>
              <a:spcBef>
                <a:spcPts val="480"/>
              </a:spcBef>
              <a:spcAft>
                <a:spcPts val="0"/>
              </a:spcAft>
              <a:buSzPts val="1800"/>
              <a:buNone/>
            </a:pPr>
            <a:r>
              <a:rPr lang="de-DE"/>
              <a:t>Target variable</a:t>
            </a:r>
            <a:endParaRPr/>
          </a:p>
        </p:txBody>
      </p:sp>
      <p:cxnSp>
        <p:nvCxnSpPr>
          <p:cNvPr id="173" name="Google Shape;173;p13"/>
          <p:cNvCxnSpPr/>
          <p:nvPr/>
        </p:nvCxnSpPr>
        <p:spPr>
          <a:xfrm flipH="1">
            <a:off x="5956433" y="3875300"/>
            <a:ext cx="479200" cy="418000"/>
          </a:xfrm>
          <a:prstGeom prst="straightConnector1">
            <a:avLst/>
          </a:prstGeom>
          <a:noFill/>
          <a:ln cap="flat" cmpd="sng" w="19050">
            <a:solidFill>
              <a:srgbClr val="FF5451"/>
            </a:solidFill>
            <a:prstDash val="solid"/>
            <a:round/>
            <a:headEnd len="sm" w="sm" type="none"/>
            <a:tailEnd len="med" w="med" type="triangle"/>
          </a:ln>
        </p:spPr>
      </p:cxnSp>
      <p:cxnSp>
        <p:nvCxnSpPr>
          <p:cNvPr id="174" name="Google Shape;174;p13"/>
          <p:cNvCxnSpPr/>
          <p:nvPr/>
        </p:nvCxnSpPr>
        <p:spPr>
          <a:xfrm>
            <a:off x="8743400" y="3901433"/>
            <a:ext cx="514000" cy="426800"/>
          </a:xfrm>
          <a:prstGeom prst="straightConnector1">
            <a:avLst/>
          </a:prstGeom>
          <a:noFill/>
          <a:ln cap="flat" cmpd="sng" w="19050">
            <a:solidFill>
              <a:srgbClr val="FF5451"/>
            </a:solidFill>
            <a:prstDash val="solid"/>
            <a:round/>
            <a:headEnd len="sm" w="sm" type="none"/>
            <a:tailEnd len="med" w="med" type="triangle"/>
          </a:ln>
        </p:spPr>
      </p:cxnSp>
      <p:cxnSp>
        <p:nvCxnSpPr>
          <p:cNvPr id="175" name="Google Shape;175;p13"/>
          <p:cNvCxnSpPr/>
          <p:nvPr/>
        </p:nvCxnSpPr>
        <p:spPr>
          <a:xfrm flipH="1" rot="10800000">
            <a:off x="7582333" y="4763600"/>
            <a:ext cx="11600" cy="391600"/>
          </a:xfrm>
          <a:prstGeom prst="straightConnector1">
            <a:avLst/>
          </a:prstGeom>
          <a:noFill/>
          <a:ln cap="flat" cmpd="sng" w="19050">
            <a:solidFill>
              <a:srgbClr val="FF5451"/>
            </a:solidFill>
            <a:prstDash val="solid"/>
            <a:round/>
            <a:headEnd len="sm" w="sm" type="none"/>
            <a:tailEnd len="med" w="med" type="triangl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4"/>
          <p:cNvSpPr txBox="1"/>
          <p:nvPr>
            <p:ph type="title"/>
          </p:nvPr>
        </p:nvSpPr>
        <p:spPr>
          <a:xfrm>
            <a:off x="609600" y="406397"/>
            <a:ext cx="10972800" cy="1011769"/>
          </a:xfrm>
          <a:prstGeom prst="rect">
            <a:avLst/>
          </a:prstGeom>
          <a:noFill/>
          <a:ln>
            <a:noFill/>
          </a:ln>
        </p:spPr>
        <p:txBody>
          <a:bodyPr anchorCtr="0" anchor="b" bIns="60925" lIns="121900" spcFirstLastPara="1" rIns="121900" wrap="square" tIns="60925">
            <a:noAutofit/>
          </a:bodyPr>
          <a:lstStyle/>
          <a:p>
            <a:pPr indent="0" lvl="0" marL="0" marR="0" rtl="0" algn="l">
              <a:lnSpc>
                <a:spcPct val="100000"/>
              </a:lnSpc>
              <a:spcBef>
                <a:spcPts val="0"/>
              </a:spcBef>
              <a:spcAft>
                <a:spcPts val="0"/>
              </a:spcAft>
              <a:buSzPts val="1400"/>
              <a:buNone/>
            </a:pPr>
            <a:r>
              <a:rPr lang="de-DE"/>
              <a:t>TRANSFORMATION FROM CSV TO FHIR WITH MIRTH-CONNECT</a:t>
            </a:r>
            <a:endParaRPr/>
          </a:p>
        </p:txBody>
      </p:sp>
      <p:sp>
        <p:nvSpPr>
          <p:cNvPr id="181" name="Google Shape;181;p14"/>
          <p:cNvSpPr txBox="1"/>
          <p:nvPr>
            <p:ph idx="2" type="body"/>
          </p:nvPr>
        </p:nvSpPr>
        <p:spPr>
          <a:xfrm>
            <a:off x="609600" y="1519451"/>
            <a:ext cx="10972800" cy="485456"/>
          </a:xfrm>
          <a:prstGeom prst="rect">
            <a:avLst/>
          </a:prstGeom>
          <a:noFill/>
          <a:ln>
            <a:noFill/>
          </a:ln>
        </p:spPr>
        <p:txBody>
          <a:bodyPr anchorCtr="0" anchor="b" bIns="60925" lIns="121900" spcFirstLastPara="1" rIns="121900" wrap="square" tIns="60925">
            <a:noAutofit/>
          </a:bodyPr>
          <a:lstStyle/>
          <a:p>
            <a:pPr indent="-457189" lvl="0" marL="457189" rtl="0" algn="l">
              <a:lnSpc>
                <a:spcPct val="100000"/>
              </a:lnSpc>
              <a:spcBef>
                <a:spcPts val="0"/>
              </a:spcBef>
              <a:spcAft>
                <a:spcPts val="0"/>
              </a:spcAft>
              <a:buSzPts val="1400"/>
              <a:buNone/>
            </a:pPr>
            <a:r>
              <a:rPr lang="de-DE"/>
              <a:t>MII PATIENT TRANSFORMATION: EXAMPLE</a:t>
            </a:r>
            <a:endParaRPr/>
          </a:p>
        </p:txBody>
      </p:sp>
      <p:sp>
        <p:nvSpPr>
          <p:cNvPr id="182" name="Google Shape;182;p14"/>
          <p:cNvSpPr txBox="1"/>
          <p:nvPr>
            <p:ph idx="12" type="sldNum"/>
          </p:nvPr>
        </p:nvSpPr>
        <p:spPr>
          <a:xfrm>
            <a:off x="10598151" y="6505433"/>
            <a:ext cx="990600" cy="272955"/>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1000"/>
              <a:buNone/>
            </a:pPr>
            <a:fld id="{00000000-1234-1234-1234-123412341234}" type="slidenum">
              <a:rPr lang="de-DE"/>
              <a:t>‹#›</a:t>
            </a:fld>
            <a:endParaRPr/>
          </a:p>
        </p:txBody>
      </p:sp>
      <p:sp>
        <p:nvSpPr>
          <p:cNvPr id="183" name="Google Shape;183;p14"/>
          <p:cNvSpPr txBox="1"/>
          <p:nvPr>
            <p:ph idx="1" type="body"/>
          </p:nvPr>
        </p:nvSpPr>
        <p:spPr>
          <a:xfrm>
            <a:off x="4214879" y="2106192"/>
            <a:ext cx="7373871" cy="3969456"/>
          </a:xfrm>
          <a:prstGeom prst="rect">
            <a:avLst/>
          </a:prstGeom>
          <a:noFill/>
          <a:ln>
            <a:noFill/>
          </a:ln>
        </p:spPr>
        <p:txBody>
          <a:bodyPr anchorCtr="0" anchor="t" bIns="60925" lIns="121900" spcFirstLastPara="1" rIns="121900" wrap="square" tIns="60925">
            <a:noAutofit/>
          </a:bodyPr>
          <a:lstStyle/>
          <a:p>
            <a:pPr indent="-359824" lvl="0" marL="359824" rtl="0" algn="l">
              <a:lnSpc>
                <a:spcPct val="100000"/>
              </a:lnSpc>
              <a:spcBef>
                <a:spcPts val="0"/>
              </a:spcBef>
              <a:spcAft>
                <a:spcPts val="0"/>
              </a:spcAft>
              <a:buSzPts val="1800"/>
              <a:buChar char="−"/>
            </a:pPr>
            <a:r>
              <a:rPr lang="de-DE"/>
              <a:t>Mirth-Connect Transformer</a:t>
            </a:r>
            <a:endParaRPr/>
          </a:p>
          <a:p>
            <a:pPr indent="-359824" lvl="0" marL="359824" rtl="0" algn="l">
              <a:lnSpc>
                <a:spcPct val="100000"/>
              </a:lnSpc>
              <a:spcBef>
                <a:spcPts val="480"/>
              </a:spcBef>
              <a:spcAft>
                <a:spcPts val="0"/>
              </a:spcAft>
              <a:buSzPts val="1800"/>
              <a:buChar char="−"/>
            </a:pPr>
            <a:r>
              <a:rPr b="1" lang="de-DE"/>
              <a:t>Output </a:t>
            </a:r>
            <a:r>
              <a:rPr lang="de-DE"/>
              <a:t>FHIR message template:</a:t>
            </a:r>
            <a:endParaRPr/>
          </a:p>
          <a:p>
            <a:pPr indent="-207428" lvl="0" marL="359824" rtl="0" algn="l">
              <a:lnSpc>
                <a:spcPct val="100000"/>
              </a:lnSpc>
              <a:spcBef>
                <a:spcPts val="480"/>
              </a:spcBef>
              <a:spcAft>
                <a:spcPts val="0"/>
              </a:spcAft>
              <a:buSzPts val="1800"/>
              <a:buNone/>
            </a:pPr>
            <a:r>
              <a:t/>
            </a:r>
            <a:endParaRPr/>
          </a:p>
          <a:p>
            <a:pPr indent="0" lvl="0" marL="0" rtl="0" algn="l">
              <a:lnSpc>
                <a:spcPct val="100000"/>
              </a:lnSpc>
              <a:spcBef>
                <a:spcPts val="480"/>
              </a:spcBef>
              <a:spcAft>
                <a:spcPts val="0"/>
              </a:spcAft>
              <a:buSzPts val="1800"/>
              <a:buNone/>
            </a:pPr>
            <a:r>
              <a:rPr lang="de-DE"/>
              <a:t>	Mirth-Connect Syntax</a:t>
            </a:r>
            <a:endParaRPr/>
          </a:p>
          <a:p>
            <a:pPr indent="0" lvl="0" marL="0" rtl="0" algn="l">
              <a:lnSpc>
                <a:spcPct val="100000"/>
              </a:lnSpc>
              <a:spcBef>
                <a:spcPts val="480"/>
              </a:spcBef>
              <a:spcAft>
                <a:spcPts val="0"/>
              </a:spcAft>
              <a:buSzPts val="1800"/>
              <a:buNone/>
            </a:pPr>
            <a:r>
              <a:t/>
            </a:r>
            <a:endParaRPr/>
          </a:p>
          <a:p>
            <a:pPr indent="-359824" lvl="0" marL="359824" rtl="0" algn="l">
              <a:lnSpc>
                <a:spcPct val="100000"/>
              </a:lnSpc>
              <a:spcBef>
                <a:spcPts val="480"/>
              </a:spcBef>
              <a:spcAft>
                <a:spcPts val="0"/>
              </a:spcAft>
              <a:buSzPts val="1800"/>
              <a:buFont typeface="Noto Sans Symbols"/>
              <a:buChar char="⮚"/>
            </a:pPr>
            <a:r>
              <a:rPr lang="de-DE"/>
              <a:t>tmp['entry'][0]['resource']['deceasedBoolean']</a:t>
            </a:r>
            <a:endParaRPr/>
          </a:p>
          <a:p>
            <a:pPr indent="0" lvl="0" marL="0" rtl="0" algn="l">
              <a:lnSpc>
                <a:spcPct val="100000"/>
              </a:lnSpc>
              <a:spcBef>
                <a:spcPts val="480"/>
              </a:spcBef>
              <a:spcAft>
                <a:spcPts val="0"/>
              </a:spcAft>
              <a:buSzPts val="1800"/>
              <a:buNone/>
            </a:pPr>
            <a:r>
              <a:t/>
            </a:r>
            <a:endParaRPr/>
          </a:p>
          <a:p>
            <a:pPr indent="0" lvl="0" marL="0" rtl="0" algn="l">
              <a:lnSpc>
                <a:spcPct val="100000"/>
              </a:lnSpc>
              <a:spcBef>
                <a:spcPts val="480"/>
              </a:spcBef>
              <a:spcAft>
                <a:spcPts val="0"/>
              </a:spcAft>
              <a:buSzPts val="1800"/>
              <a:buNone/>
            </a:pPr>
            <a:r>
              <a:rPr lang="de-DE"/>
              <a:t>							Target variable</a:t>
            </a:r>
            <a:endParaRPr/>
          </a:p>
        </p:txBody>
      </p:sp>
      <p:pic>
        <p:nvPicPr>
          <p:cNvPr id="184" name="Google Shape;184;p14"/>
          <p:cNvPicPr preferRelativeResize="0"/>
          <p:nvPr/>
        </p:nvPicPr>
        <p:blipFill rotWithShape="1">
          <a:blip r:embed="rId3">
            <a:alphaModFix/>
          </a:blip>
          <a:srcRect b="0" l="0" r="0" t="0"/>
          <a:stretch/>
        </p:blipFill>
        <p:spPr>
          <a:xfrm>
            <a:off x="758760" y="2156884"/>
            <a:ext cx="2155521" cy="3968749"/>
          </a:xfrm>
          <a:prstGeom prst="rect">
            <a:avLst/>
          </a:prstGeom>
          <a:noFill/>
          <a:ln>
            <a:noFill/>
          </a:ln>
        </p:spPr>
      </p:pic>
      <p:sp>
        <p:nvSpPr>
          <p:cNvPr id="185" name="Google Shape;185;p14"/>
          <p:cNvSpPr/>
          <p:nvPr/>
        </p:nvSpPr>
        <p:spPr>
          <a:xfrm>
            <a:off x="1623317" y="5224639"/>
            <a:ext cx="1290963" cy="569192"/>
          </a:xfrm>
          <a:prstGeom prst="ellipse">
            <a:avLst/>
          </a:prstGeom>
          <a:noFill/>
          <a:ln cap="flat" cmpd="sng" w="19050">
            <a:solidFill>
              <a:srgbClr val="FF5451"/>
            </a:solidFill>
            <a:prstDash val="solid"/>
            <a:round/>
            <a:headEnd len="sm" w="sm" type="none"/>
            <a:tailEnd len="sm" w="sm" type="none"/>
          </a:ln>
          <a:effectLst>
            <a:outerShdw blurRad="40000" rotWithShape="0" dir="5400000" dist="23000">
              <a:srgbClr val="000000">
                <a:alpha val="34509"/>
              </a:srgbClr>
            </a:outerShdw>
          </a:effectLst>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b="0" i="0" sz="2400" u="none" cap="none" strike="noStrike">
              <a:solidFill>
                <a:srgbClr val="FFFFFF"/>
              </a:solidFill>
              <a:latin typeface="Calibri"/>
              <a:ea typeface="Calibri"/>
              <a:cs typeface="Calibri"/>
              <a:sym typeface="Calibri"/>
            </a:endParaRPr>
          </a:p>
        </p:txBody>
      </p:sp>
      <p:cxnSp>
        <p:nvCxnSpPr>
          <p:cNvPr id="186" name="Google Shape;186;p14"/>
          <p:cNvCxnSpPr/>
          <p:nvPr/>
        </p:nvCxnSpPr>
        <p:spPr>
          <a:xfrm flipH="1">
            <a:off x="6293433" y="3852900"/>
            <a:ext cx="7600" cy="476000"/>
          </a:xfrm>
          <a:prstGeom prst="straightConnector1">
            <a:avLst/>
          </a:prstGeom>
          <a:noFill/>
          <a:ln cap="flat" cmpd="sng" w="19050">
            <a:solidFill>
              <a:srgbClr val="FF5451"/>
            </a:solidFill>
            <a:prstDash val="solid"/>
            <a:round/>
            <a:headEnd len="sm" w="sm" type="none"/>
            <a:tailEnd len="med" w="med" type="triangle"/>
          </a:ln>
        </p:spPr>
      </p:cxnSp>
      <p:cxnSp>
        <p:nvCxnSpPr>
          <p:cNvPr id="187" name="Google Shape;187;p14"/>
          <p:cNvCxnSpPr/>
          <p:nvPr/>
        </p:nvCxnSpPr>
        <p:spPr>
          <a:xfrm flipH="1" rot="10800000">
            <a:off x="9257400" y="4833033"/>
            <a:ext cx="11600" cy="391600"/>
          </a:xfrm>
          <a:prstGeom prst="straightConnector1">
            <a:avLst/>
          </a:prstGeom>
          <a:noFill/>
          <a:ln cap="flat" cmpd="sng" w="19050">
            <a:solidFill>
              <a:srgbClr val="FF5451"/>
            </a:solidFill>
            <a:prstDash val="solid"/>
            <a:round/>
            <a:headEnd len="sm" w="sm" type="none"/>
            <a:tailEnd len="med" w="med" type="triangl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5"/>
          <p:cNvSpPr txBox="1"/>
          <p:nvPr>
            <p:ph type="title"/>
          </p:nvPr>
        </p:nvSpPr>
        <p:spPr>
          <a:xfrm>
            <a:off x="609600" y="406399"/>
            <a:ext cx="10979200" cy="1011600"/>
          </a:xfrm>
          <a:prstGeom prst="rect">
            <a:avLst/>
          </a:prstGeom>
          <a:noFill/>
          <a:ln>
            <a:noFill/>
          </a:ln>
        </p:spPr>
        <p:txBody>
          <a:bodyPr anchorCtr="0" anchor="b" bIns="60925" lIns="121900" spcFirstLastPara="1" rIns="121900" wrap="square" tIns="60925">
            <a:noAutofit/>
          </a:bodyPr>
          <a:lstStyle/>
          <a:p>
            <a:pPr indent="0" lvl="0" marL="0" marR="0" rtl="0" algn="l">
              <a:lnSpc>
                <a:spcPct val="100000"/>
              </a:lnSpc>
              <a:spcBef>
                <a:spcPts val="0"/>
              </a:spcBef>
              <a:spcAft>
                <a:spcPts val="0"/>
              </a:spcAft>
              <a:buSzPts val="1400"/>
              <a:buNone/>
            </a:pPr>
            <a:r>
              <a:rPr lang="de-DE"/>
              <a:t>TRANSFORMATION FROM CSV TO FHIR WITH MIRTH-CONNECT</a:t>
            </a:r>
            <a:endParaRPr/>
          </a:p>
        </p:txBody>
      </p:sp>
      <p:sp>
        <p:nvSpPr>
          <p:cNvPr id="194" name="Google Shape;194;p15"/>
          <p:cNvSpPr txBox="1"/>
          <p:nvPr>
            <p:ph idx="1" type="body"/>
          </p:nvPr>
        </p:nvSpPr>
        <p:spPr>
          <a:xfrm>
            <a:off x="609600" y="2156179"/>
            <a:ext cx="10979200" cy="3980800"/>
          </a:xfrm>
          <a:prstGeom prst="rect">
            <a:avLst/>
          </a:prstGeom>
          <a:noFill/>
          <a:ln>
            <a:noFill/>
          </a:ln>
        </p:spPr>
        <p:txBody>
          <a:bodyPr anchorCtr="0" anchor="t" bIns="60925" lIns="121900" spcFirstLastPara="1" rIns="121900" wrap="square" tIns="60925">
            <a:noAutofit/>
          </a:bodyPr>
          <a:lstStyle/>
          <a:p>
            <a:pPr indent="-457189" lvl="0" marL="609585" marR="0" rtl="0" algn="l">
              <a:lnSpc>
                <a:spcPct val="100000"/>
              </a:lnSpc>
              <a:spcBef>
                <a:spcPts val="480"/>
              </a:spcBef>
              <a:spcAft>
                <a:spcPts val="0"/>
              </a:spcAft>
              <a:buClr>
                <a:srgbClr val="D8413E"/>
              </a:buClr>
              <a:buSzPts val="1800"/>
              <a:buFont typeface="Noto Sans Symbols"/>
              <a:buChar char="−"/>
            </a:pPr>
            <a:r>
              <a:rPr lang="de-DE"/>
              <a:t>Transformer Step</a:t>
            </a:r>
            <a:endParaRPr/>
          </a:p>
          <a:p>
            <a:pPr indent="-440256" lvl="1" marL="1219170" rtl="0" algn="l">
              <a:lnSpc>
                <a:spcPct val="100000"/>
              </a:lnSpc>
              <a:spcBef>
                <a:spcPts val="0"/>
              </a:spcBef>
              <a:spcAft>
                <a:spcPts val="0"/>
              </a:spcAft>
              <a:buSzPts val="1600"/>
              <a:buChar char="−"/>
            </a:pPr>
            <a:r>
              <a:rPr lang="de-DE"/>
              <a:t>1 step for each attribute to be mapped</a:t>
            </a:r>
            <a:endParaRPr/>
          </a:p>
          <a:p>
            <a:pPr indent="-457189" lvl="0" marL="609585" rtl="0" algn="l">
              <a:lnSpc>
                <a:spcPct val="100000"/>
              </a:lnSpc>
              <a:spcBef>
                <a:spcPts val="0"/>
              </a:spcBef>
              <a:spcAft>
                <a:spcPts val="0"/>
              </a:spcAft>
              <a:buSzPts val="1800"/>
              <a:buChar char="−"/>
            </a:pPr>
            <a:r>
              <a:rPr lang="de-DE"/>
              <a:t>Step Type: </a:t>
            </a:r>
            <a:r>
              <a:rPr b="1" lang="de-DE">
                <a:solidFill>
                  <a:srgbClr val="FF5451"/>
                </a:solidFill>
              </a:rPr>
              <a:t>Message Builder</a:t>
            </a:r>
            <a:endParaRPr b="1">
              <a:solidFill>
                <a:srgbClr val="FF5451"/>
              </a:solidFill>
            </a:endParaRPr>
          </a:p>
          <a:p>
            <a:pPr indent="-440256" lvl="1" marL="1219170" rtl="0" algn="l">
              <a:lnSpc>
                <a:spcPct val="100000"/>
              </a:lnSpc>
              <a:spcBef>
                <a:spcPts val="0"/>
              </a:spcBef>
              <a:spcAft>
                <a:spcPts val="0"/>
              </a:spcAft>
              <a:buClr>
                <a:schemeClr val="dk1"/>
              </a:buClr>
              <a:buSzPts val="1600"/>
              <a:buChar char="−"/>
            </a:pPr>
            <a:r>
              <a:rPr lang="de-DE"/>
              <a:t>Replaces attribute in FHIR template with attribute from CSV data record</a:t>
            </a:r>
            <a:endParaRPr/>
          </a:p>
          <a:p>
            <a:pPr indent="0" lvl="0" marL="0" rtl="0" algn="l">
              <a:lnSpc>
                <a:spcPct val="100000"/>
              </a:lnSpc>
              <a:spcBef>
                <a:spcPts val="480"/>
              </a:spcBef>
              <a:spcAft>
                <a:spcPts val="0"/>
              </a:spcAft>
              <a:buSzPts val="1800"/>
              <a:buNone/>
            </a:pPr>
            <a:r>
              <a:t/>
            </a:r>
            <a:endParaRPr/>
          </a:p>
          <a:p>
            <a:pPr indent="-457189" lvl="0" marL="609585" marR="0" rtl="0" algn="l">
              <a:lnSpc>
                <a:spcPct val="100000"/>
              </a:lnSpc>
              <a:spcBef>
                <a:spcPts val="480"/>
              </a:spcBef>
              <a:spcAft>
                <a:spcPts val="0"/>
              </a:spcAft>
              <a:buClr>
                <a:srgbClr val="D8413E"/>
              </a:buClr>
              <a:buSzPts val="1800"/>
              <a:buFont typeface="Noto Sans Symbols"/>
              <a:buChar char="−"/>
            </a:pPr>
            <a:r>
              <a:rPr b="1" lang="de-DE"/>
              <a:t>Message Segment </a:t>
            </a:r>
            <a:r>
              <a:rPr lang="de-DE"/>
              <a:t>(Output)</a:t>
            </a:r>
            <a:endParaRPr/>
          </a:p>
          <a:p>
            <a:pPr indent="-440256" lvl="1" marL="1219170" rtl="0" algn="l">
              <a:lnSpc>
                <a:spcPct val="100000"/>
              </a:lnSpc>
              <a:spcBef>
                <a:spcPts val="0"/>
              </a:spcBef>
              <a:spcAft>
                <a:spcPts val="0"/>
              </a:spcAft>
              <a:buSzPts val="1600"/>
              <a:buChar char="−"/>
            </a:pPr>
            <a:r>
              <a:rPr lang="de-DE"/>
              <a:t>Text field for attribute from </a:t>
            </a:r>
            <a:r>
              <a:rPr lang="de-DE">
                <a:solidFill>
                  <a:srgbClr val="FF5451"/>
                </a:solidFill>
              </a:rPr>
              <a:t>FHIR template</a:t>
            </a:r>
            <a:endParaRPr>
              <a:solidFill>
                <a:srgbClr val="FF5451"/>
              </a:solidFill>
            </a:endParaRPr>
          </a:p>
          <a:p>
            <a:pPr indent="-457189" lvl="0" marL="609585" rtl="0" algn="l">
              <a:lnSpc>
                <a:spcPct val="100000"/>
              </a:lnSpc>
              <a:spcBef>
                <a:spcPts val="0"/>
              </a:spcBef>
              <a:spcAft>
                <a:spcPts val="0"/>
              </a:spcAft>
              <a:buSzPts val="1800"/>
              <a:buChar char="−"/>
            </a:pPr>
            <a:r>
              <a:rPr b="1" lang="de-DE"/>
              <a:t>Mapping </a:t>
            </a:r>
            <a:r>
              <a:rPr lang="de-DE"/>
              <a:t>(Input)</a:t>
            </a:r>
            <a:endParaRPr/>
          </a:p>
          <a:p>
            <a:pPr indent="-440256" lvl="1" marL="1219170" rtl="0" algn="l">
              <a:lnSpc>
                <a:spcPct val="100000"/>
              </a:lnSpc>
              <a:spcBef>
                <a:spcPts val="0"/>
              </a:spcBef>
              <a:spcAft>
                <a:spcPts val="0"/>
              </a:spcAft>
              <a:buSzPts val="1600"/>
              <a:buChar char="−"/>
            </a:pPr>
            <a:r>
              <a:rPr lang="de-DE"/>
              <a:t>Text field for attribute from </a:t>
            </a:r>
            <a:r>
              <a:rPr lang="de-DE">
                <a:solidFill>
                  <a:srgbClr val="FF5451"/>
                </a:solidFill>
              </a:rPr>
              <a:t>CSV data record</a:t>
            </a:r>
            <a:endParaRPr>
              <a:solidFill>
                <a:srgbClr val="FF5451"/>
              </a:solidFill>
            </a:endParaRPr>
          </a:p>
          <a:p>
            <a:pPr indent="0" lvl="0" marL="0" rtl="0" algn="l">
              <a:lnSpc>
                <a:spcPct val="100000"/>
              </a:lnSpc>
              <a:spcBef>
                <a:spcPts val="480"/>
              </a:spcBef>
              <a:spcAft>
                <a:spcPts val="0"/>
              </a:spcAft>
              <a:buSzPts val="1800"/>
              <a:buNone/>
            </a:pPr>
            <a:r>
              <a:t/>
            </a:r>
            <a:endParaRPr/>
          </a:p>
        </p:txBody>
      </p:sp>
      <p:sp>
        <p:nvSpPr>
          <p:cNvPr id="195" name="Google Shape;195;p15"/>
          <p:cNvSpPr txBox="1"/>
          <p:nvPr>
            <p:ph idx="2" type="body"/>
          </p:nvPr>
        </p:nvSpPr>
        <p:spPr>
          <a:xfrm>
            <a:off x="609600" y="1501253"/>
            <a:ext cx="10979200" cy="503600"/>
          </a:xfrm>
          <a:prstGeom prst="rect">
            <a:avLst/>
          </a:prstGeom>
          <a:noFill/>
          <a:ln>
            <a:noFill/>
          </a:ln>
        </p:spPr>
        <p:txBody>
          <a:bodyPr anchorCtr="0" anchor="b" bIns="60925" lIns="121900" spcFirstLastPara="1" rIns="121900" wrap="square" tIns="60925">
            <a:noAutofit/>
          </a:bodyPr>
          <a:lstStyle/>
          <a:p>
            <a:pPr indent="-457189" lvl="0" marL="457189" rtl="0" algn="l">
              <a:lnSpc>
                <a:spcPct val="100000"/>
              </a:lnSpc>
              <a:spcBef>
                <a:spcPts val="0"/>
              </a:spcBef>
              <a:spcAft>
                <a:spcPts val="0"/>
              </a:spcAft>
              <a:buSzPts val="1400"/>
              <a:buNone/>
            </a:pPr>
            <a:r>
              <a:rPr lang="de-DE"/>
              <a:t>TRANSFORMATION TERMS</a:t>
            </a:r>
            <a:endParaRPr/>
          </a:p>
        </p:txBody>
      </p:sp>
      <p:sp>
        <p:nvSpPr>
          <p:cNvPr id="196" name="Google Shape;196;p15"/>
          <p:cNvSpPr txBox="1"/>
          <p:nvPr>
            <p:ph idx="12" type="sldNum"/>
          </p:nvPr>
        </p:nvSpPr>
        <p:spPr>
          <a:xfrm>
            <a:off x="10598151" y="6505433"/>
            <a:ext cx="990800" cy="2728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1000"/>
              <a:buNone/>
            </a:pPr>
            <a:fld id="{00000000-1234-1234-1234-123412341234}" type="slidenum">
              <a:rPr lang="de-DE"/>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pic>
        <p:nvPicPr>
          <p:cNvPr id="201" name="Google Shape;201;p16"/>
          <p:cNvPicPr preferRelativeResize="0"/>
          <p:nvPr/>
        </p:nvPicPr>
        <p:blipFill rotWithShape="1">
          <a:blip r:embed="rId3">
            <a:alphaModFix/>
          </a:blip>
          <a:srcRect b="0" l="0" r="0" t="0"/>
          <a:stretch/>
        </p:blipFill>
        <p:spPr>
          <a:xfrm>
            <a:off x="631834" y="2177551"/>
            <a:ext cx="10934700" cy="3289300"/>
          </a:xfrm>
          <a:prstGeom prst="rect">
            <a:avLst/>
          </a:prstGeom>
          <a:noFill/>
          <a:ln>
            <a:noFill/>
          </a:ln>
        </p:spPr>
      </p:pic>
      <p:sp>
        <p:nvSpPr>
          <p:cNvPr id="202" name="Google Shape;202;p16"/>
          <p:cNvSpPr txBox="1"/>
          <p:nvPr>
            <p:ph type="title"/>
          </p:nvPr>
        </p:nvSpPr>
        <p:spPr>
          <a:xfrm>
            <a:off x="609601" y="406399"/>
            <a:ext cx="10979151" cy="1011767"/>
          </a:xfrm>
          <a:prstGeom prst="rect">
            <a:avLst/>
          </a:prstGeom>
          <a:noFill/>
          <a:ln>
            <a:noFill/>
          </a:ln>
        </p:spPr>
        <p:txBody>
          <a:bodyPr anchorCtr="0" anchor="b" bIns="60925" lIns="121900" spcFirstLastPara="1" rIns="121900" wrap="square" tIns="60925">
            <a:noAutofit/>
          </a:bodyPr>
          <a:lstStyle/>
          <a:p>
            <a:pPr indent="0" lvl="0" marL="0" marR="0" rtl="0" algn="l">
              <a:lnSpc>
                <a:spcPct val="100000"/>
              </a:lnSpc>
              <a:spcBef>
                <a:spcPts val="0"/>
              </a:spcBef>
              <a:spcAft>
                <a:spcPts val="0"/>
              </a:spcAft>
              <a:buSzPts val="1400"/>
              <a:buNone/>
            </a:pPr>
            <a:r>
              <a:rPr lang="de-DE"/>
              <a:t>TRANSFORMATION FROM CSV TO FHIR WITH MIRTH-CONNECT</a:t>
            </a:r>
            <a:endParaRPr/>
          </a:p>
        </p:txBody>
      </p:sp>
      <p:sp>
        <p:nvSpPr>
          <p:cNvPr id="203" name="Google Shape;203;p16"/>
          <p:cNvSpPr txBox="1"/>
          <p:nvPr>
            <p:ph idx="2" type="body"/>
          </p:nvPr>
        </p:nvSpPr>
        <p:spPr>
          <a:xfrm>
            <a:off x="609601" y="1501254"/>
            <a:ext cx="10979151" cy="503653"/>
          </a:xfrm>
          <a:prstGeom prst="rect">
            <a:avLst/>
          </a:prstGeom>
          <a:noFill/>
          <a:ln>
            <a:noFill/>
          </a:ln>
        </p:spPr>
        <p:txBody>
          <a:bodyPr anchorCtr="0" anchor="b" bIns="60925" lIns="121900" spcFirstLastPara="1" rIns="121900" wrap="square" tIns="60925">
            <a:noAutofit/>
          </a:bodyPr>
          <a:lstStyle/>
          <a:p>
            <a:pPr indent="-457189" lvl="0" marL="457189" rtl="0" algn="l">
              <a:lnSpc>
                <a:spcPct val="100000"/>
              </a:lnSpc>
              <a:spcBef>
                <a:spcPts val="0"/>
              </a:spcBef>
              <a:spcAft>
                <a:spcPts val="0"/>
              </a:spcAft>
              <a:buSzPts val="1400"/>
              <a:buNone/>
            </a:pPr>
            <a:r>
              <a:rPr lang="de-DE"/>
              <a:t>MII PATIENT TRANSFORMATION: EXAMPLE</a:t>
            </a:r>
            <a:endParaRPr/>
          </a:p>
        </p:txBody>
      </p:sp>
      <p:sp>
        <p:nvSpPr>
          <p:cNvPr id="204" name="Google Shape;204;p16"/>
          <p:cNvSpPr txBox="1"/>
          <p:nvPr>
            <p:ph idx="12" type="sldNum"/>
          </p:nvPr>
        </p:nvSpPr>
        <p:spPr>
          <a:xfrm>
            <a:off x="10598151" y="6505433"/>
            <a:ext cx="990600" cy="272955"/>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1000"/>
              <a:buNone/>
            </a:pPr>
            <a:fld id="{00000000-1234-1234-1234-123412341234}" type="slidenum">
              <a:rPr lang="de-DE"/>
              <a:t>‹#›</a:t>
            </a:fld>
            <a:endParaRPr/>
          </a:p>
        </p:txBody>
      </p:sp>
      <p:sp>
        <p:nvSpPr>
          <p:cNvPr id="205" name="Google Shape;205;p16"/>
          <p:cNvSpPr/>
          <p:nvPr/>
        </p:nvSpPr>
        <p:spPr>
          <a:xfrm>
            <a:off x="521400" y="4593200"/>
            <a:ext cx="5296800" cy="1084000"/>
          </a:xfrm>
          <a:prstGeom prst="ellipse">
            <a:avLst/>
          </a:prstGeom>
          <a:noFill/>
          <a:ln cap="flat" cmpd="sng" w="19050">
            <a:solidFill>
              <a:srgbClr val="FF5451"/>
            </a:solidFill>
            <a:prstDash val="solid"/>
            <a:round/>
            <a:headEnd len="sm" w="sm" type="none"/>
            <a:tailEnd len="sm" w="sm" type="none"/>
          </a:ln>
          <a:effectLst>
            <a:outerShdw blurRad="40000" rotWithShape="0" dir="5400000" dist="23000">
              <a:srgbClr val="000000">
                <a:alpha val="34509"/>
              </a:srgbClr>
            </a:outerShdw>
          </a:effectLst>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b="0" i="0" sz="2400" u="none" cap="none" strike="noStrike">
              <a:solidFill>
                <a:srgbClr val="FFFFFF"/>
              </a:solidFill>
              <a:latin typeface="Calibri"/>
              <a:ea typeface="Calibri"/>
              <a:cs typeface="Calibri"/>
              <a:sym typeface="Calibri"/>
            </a:endParaRPr>
          </a:p>
        </p:txBody>
      </p:sp>
      <p:sp>
        <p:nvSpPr>
          <p:cNvPr id="206" name="Google Shape;206;p16"/>
          <p:cNvSpPr/>
          <p:nvPr/>
        </p:nvSpPr>
        <p:spPr>
          <a:xfrm>
            <a:off x="1749800" y="2372733"/>
            <a:ext cx="2102400" cy="358400"/>
          </a:xfrm>
          <a:prstGeom prst="ellipse">
            <a:avLst/>
          </a:prstGeom>
          <a:noFill/>
          <a:ln cap="flat" cmpd="sng" w="19050">
            <a:solidFill>
              <a:srgbClr val="FF5451"/>
            </a:solidFill>
            <a:prstDash val="solid"/>
            <a:round/>
            <a:headEnd len="sm" w="sm" type="none"/>
            <a:tailEnd len="sm" w="sm" type="none"/>
          </a:ln>
          <a:effectLst>
            <a:outerShdw blurRad="40000" rotWithShape="0" dir="5400000" dist="23000">
              <a:srgbClr val="000000">
                <a:alpha val="34509"/>
              </a:srgbClr>
            </a:outerShdw>
          </a:effectLst>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b="0" i="0" sz="2400" u="none" cap="none" strike="noStrike">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7"/>
          <p:cNvSpPr txBox="1"/>
          <p:nvPr>
            <p:ph type="title"/>
          </p:nvPr>
        </p:nvSpPr>
        <p:spPr>
          <a:xfrm>
            <a:off x="609601" y="406399"/>
            <a:ext cx="10979151" cy="1011767"/>
          </a:xfrm>
          <a:prstGeom prst="rect">
            <a:avLst/>
          </a:prstGeom>
          <a:noFill/>
          <a:ln>
            <a:noFill/>
          </a:ln>
        </p:spPr>
        <p:txBody>
          <a:bodyPr anchorCtr="0" anchor="b" bIns="60925" lIns="121900" spcFirstLastPara="1" rIns="121900" wrap="square" tIns="60925">
            <a:noAutofit/>
          </a:bodyPr>
          <a:lstStyle/>
          <a:p>
            <a:pPr indent="0" lvl="0" marL="0" marR="0" rtl="0" algn="l">
              <a:lnSpc>
                <a:spcPct val="100000"/>
              </a:lnSpc>
              <a:spcBef>
                <a:spcPts val="0"/>
              </a:spcBef>
              <a:spcAft>
                <a:spcPts val="0"/>
              </a:spcAft>
              <a:buSzPts val="1400"/>
              <a:buNone/>
            </a:pPr>
            <a:r>
              <a:rPr lang="de-DE"/>
              <a:t>TASKS (SEE EXERCISE SHEET)</a:t>
            </a:r>
            <a:endParaRPr/>
          </a:p>
        </p:txBody>
      </p:sp>
      <p:sp>
        <p:nvSpPr>
          <p:cNvPr id="212" name="Google Shape;212;p17"/>
          <p:cNvSpPr txBox="1"/>
          <p:nvPr>
            <p:ph idx="1" type="body"/>
          </p:nvPr>
        </p:nvSpPr>
        <p:spPr>
          <a:xfrm>
            <a:off x="609601" y="1631323"/>
            <a:ext cx="10979151" cy="4505599"/>
          </a:xfrm>
          <a:prstGeom prst="rect">
            <a:avLst/>
          </a:prstGeom>
          <a:noFill/>
          <a:ln>
            <a:noFill/>
          </a:ln>
        </p:spPr>
        <p:txBody>
          <a:bodyPr anchorCtr="0" anchor="t" bIns="60925" lIns="121900" spcFirstLastPara="1" rIns="121900" wrap="square" tIns="60925">
            <a:noAutofit/>
          </a:bodyPr>
          <a:lstStyle/>
          <a:p>
            <a:pPr indent="-342900" lvl="0" marL="457200" rtl="0" algn="l">
              <a:lnSpc>
                <a:spcPct val="100000"/>
              </a:lnSpc>
              <a:spcBef>
                <a:spcPts val="0"/>
              </a:spcBef>
              <a:spcAft>
                <a:spcPts val="0"/>
              </a:spcAft>
              <a:buSzPts val="1800"/>
              <a:buAutoNum type="arabicPeriod"/>
            </a:pPr>
            <a:r>
              <a:rPr lang="de-DE"/>
              <a:t>Mirth Connect</a:t>
            </a:r>
            <a:endParaRPr/>
          </a:p>
          <a:p>
            <a:pPr indent="609585" lvl="0" marL="0" rtl="0" algn="l">
              <a:lnSpc>
                <a:spcPct val="100000"/>
              </a:lnSpc>
              <a:spcBef>
                <a:spcPts val="427"/>
              </a:spcBef>
              <a:spcAft>
                <a:spcPts val="0"/>
              </a:spcAft>
              <a:buSzPts val="1800"/>
              <a:buNone/>
            </a:pPr>
            <a:r>
              <a:rPr b="1" lang="de-DE">
                <a:solidFill>
                  <a:srgbClr val="FF5451"/>
                </a:solidFill>
              </a:rPr>
              <a:t>1.1 - 1.2 </a:t>
            </a:r>
            <a:r>
              <a:rPr lang="de-DE"/>
              <a:t>       	Create channel</a:t>
            </a:r>
            <a:endParaRPr/>
          </a:p>
          <a:p>
            <a:pPr indent="609585" lvl="0" marL="0" rtl="0" algn="l">
              <a:lnSpc>
                <a:spcPct val="100000"/>
              </a:lnSpc>
              <a:spcBef>
                <a:spcPts val="427"/>
              </a:spcBef>
              <a:spcAft>
                <a:spcPts val="0"/>
              </a:spcAft>
              <a:buSzPts val="1800"/>
              <a:buNone/>
            </a:pPr>
            <a:r>
              <a:rPr b="1" lang="de-DE">
                <a:solidFill>
                  <a:srgbClr val="FF5451"/>
                </a:solidFill>
              </a:rPr>
              <a:t>1.3.1 </a:t>
            </a:r>
            <a:r>
              <a:rPr lang="de-DE"/>
              <a:t>        		Source connector</a:t>
            </a:r>
            <a:endParaRPr/>
          </a:p>
          <a:p>
            <a:pPr indent="609585" lvl="0" marL="0" rtl="0" algn="l">
              <a:lnSpc>
                <a:spcPct val="100000"/>
              </a:lnSpc>
              <a:spcBef>
                <a:spcPts val="427"/>
              </a:spcBef>
              <a:spcAft>
                <a:spcPts val="0"/>
              </a:spcAft>
              <a:buSzPts val="1800"/>
              <a:buNone/>
            </a:pPr>
            <a:r>
              <a:rPr b="1" lang="de-DE">
                <a:solidFill>
                  <a:srgbClr val="FF5451"/>
                </a:solidFill>
              </a:rPr>
              <a:t>1.3.2 </a:t>
            </a:r>
            <a:r>
              <a:rPr lang="de-DE"/>
              <a:t>       		Destination connector</a:t>
            </a:r>
            <a:endParaRPr/>
          </a:p>
          <a:p>
            <a:pPr indent="609585" lvl="0" marL="0" rtl="0" algn="l">
              <a:lnSpc>
                <a:spcPct val="100000"/>
              </a:lnSpc>
              <a:spcBef>
                <a:spcPts val="427"/>
              </a:spcBef>
              <a:spcAft>
                <a:spcPts val="0"/>
              </a:spcAft>
              <a:buSzPts val="1800"/>
              <a:buNone/>
            </a:pPr>
            <a:r>
              <a:rPr b="1" lang="de-DE">
                <a:solidFill>
                  <a:srgbClr val="FF5451"/>
                </a:solidFill>
              </a:rPr>
              <a:t>1.4 - 1.5 </a:t>
            </a:r>
            <a:r>
              <a:rPr lang="de-DE"/>
              <a:t>       	Extend transformer</a:t>
            </a:r>
            <a:endParaRPr/>
          </a:p>
          <a:p>
            <a:pPr indent="609585" lvl="0" marL="0" rtl="0" algn="l">
              <a:lnSpc>
                <a:spcPct val="100000"/>
              </a:lnSpc>
              <a:spcBef>
                <a:spcPts val="427"/>
              </a:spcBef>
              <a:spcAft>
                <a:spcPts val="0"/>
              </a:spcAft>
              <a:buSzPts val="1800"/>
              <a:buNone/>
            </a:pPr>
            <a:r>
              <a:rPr b="1" lang="de-DE">
                <a:solidFill>
                  <a:srgbClr val="FF5451"/>
                </a:solidFill>
              </a:rPr>
              <a:t>1.6 </a:t>
            </a:r>
            <a:r>
              <a:rPr lang="de-DE"/>
              <a:t>            		Deploy channels and send FHIR messages</a:t>
            </a:r>
            <a:endParaRPr/>
          </a:p>
          <a:p>
            <a:pPr indent="0" lvl="1" marL="592652" rtl="0" algn="l">
              <a:lnSpc>
                <a:spcPct val="100000"/>
              </a:lnSpc>
              <a:spcBef>
                <a:spcPts val="427"/>
              </a:spcBef>
              <a:spcAft>
                <a:spcPts val="0"/>
              </a:spcAft>
              <a:buSzPts val="1600"/>
              <a:buNone/>
            </a:pPr>
            <a:r>
              <a:t/>
            </a:r>
            <a:endParaRPr/>
          </a:p>
          <a:p>
            <a:pPr indent="-342900" lvl="0" marL="457200" rtl="0" algn="l">
              <a:lnSpc>
                <a:spcPct val="100000"/>
              </a:lnSpc>
              <a:spcBef>
                <a:spcPts val="480"/>
              </a:spcBef>
              <a:spcAft>
                <a:spcPts val="0"/>
              </a:spcAft>
              <a:buSzPts val="1800"/>
              <a:buAutoNum type="arabicPeriod"/>
            </a:pPr>
            <a:r>
              <a:rPr lang="de-DE"/>
              <a:t>ClinFHIR</a:t>
            </a:r>
            <a:endParaRPr/>
          </a:p>
          <a:p>
            <a:pPr indent="609585" lvl="0" marL="0" rtl="0" algn="l">
              <a:lnSpc>
                <a:spcPct val="100000"/>
              </a:lnSpc>
              <a:spcBef>
                <a:spcPts val="427"/>
              </a:spcBef>
              <a:spcAft>
                <a:spcPts val="0"/>
              </a:spcAft>
              <a:buSzPts val="1800"/>
              <a:buNone/>
            </a:pPr>
            <a:r>
              <a:rPr b="1" lang="de-DE">
                <a:solidFill>
                  <a:srgbClr val="FF5451"/>
                </a:solidFill>
              </a:rPr>
              <a:t>2.1 </a:t>
            </a:r>
            <a:r>
              <a:rPr lang="de-DE"/>
              <a:t>            		View transformed patients and cases</a:t>
            </a:r>
            <a:endParaRPr/>
          </a:p>
          <a:p>
            <a:pPr indent="609585" lvl="0" marL="0" rtl="0" algn="l">
              <a:lnSpc>
                <a:spcPct val="100000"/>
              </a:lnSpc>
              <a:spcBef>
                <a:spcPts val="427"/>
              </a:spcBef>
              <a:spcAft>
                <a:spcPts val="0"/>
              </a:spcAft>
              <a:buSzPts val="1800"/>
              <a:buNone/>
            </a:pPr>
            <a:r>
              <a:rPr b="1" lang="de-DE">
                <a:solidFill>
                  <a:srgbClr val="FF5451"/>
                </a:solidFill>
              </a:rPr>
              <a:t>2.2 - 2.3 </a:t>
            </a:r>
            <a:r>
              <a:rPr lang="de-DE"/>
              <a:t>       	Answer questions</a:t>
            </a:r>
            <a:endParaRPr/>
          </a:p>
          <a:p>
            <a:pPr indent="-321725" lvl="1" marL="1049840" rtl="0" algn="l">
              <a:lnSpc>
                <a:spcPct val="100000"/>
              </a:lnSpc>
              <a:spcBef>
                <a:spcPts val="427"/>
              </a:spcBef>
              <a:spcAft>
                <a:spcPts val="0"/>
              </a:spcAft>
              <a:buSzPts val="1600"/>
              <a:buNone/>
            </a:pPr>
            <a:r>
              <a:t/>
            </a:r>
            <a:endParaRPr/>
          </a:p>
        </p:txBody>
      </p:sp>
      <p:sp>
        <p:nvSpPr>
          <p:cNvPr id="213" name="Google Shape;213;p17"/>
          <p:cNvSpPr txBox="1"/>
          <p:nvPr>
            <p:ph idx="12" type="sldNum"/>
          </p:nvPr>
        </p:nvSpPr>
        <p:spPr>
          <a:xfrm>
            <a:off x="10598151" y="6505433"/>
            <a:ext cx="990600" cy="272955"/>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1000"/>
              <a:buNone/>
            </a:pPr>
            <a:fld id="{00000000-1234-1234-1234-123412341234}" type="slidenum">
              <a:rPr lang="de-DE"/>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8"/>
          <p:cNvSpPr txBox="1"/>
          <p:nvPr>
            <p:ph type="title"/>
          </p:nvPr>
        </p:nvSpPr>
        <p:spPr>
          <a:xfrm>
            <a:off x="609600" y="406399"/>
            <a:ext cx="10979200" cy="1011600"/>
          </a:xfrm>
          <a:prstGeom prst="rect">
            <a:avLst/>
          </a:prstGeom>
          <a:noFill/>
          <a:ln>
            <a:noFill/>
          </a:ln>
        </p:spPr>
        <p:txBody>
          <a:bodyPr anchorCtr="0" anchor="b" bIns="60925" lIns="121900" spcFirstLastPara="1" rIns="121900" wrap="square" tIns="60925">
            <a:noAutofit/>
          </a:bodyPr>
          <a:lstStyle/>
          <a:p>
            <a:pPr indent="0" lvl="0" marL="0" marR="0" rtl="0" algn="l">
              <a:lnSpc>
                <a:spcPct val="100000"/>
              </a:lnSpc>
              <a:spcBef>
                <a:spcPts val="0"/>
              </a:spcBef>
              <a:spcAft>
                <a:spcPts val="0"/>
              </a:spcAft>
              <a:buSzPts val="1400"/>
              <a:buNone/>
            </a:pPr>
            <a:r>
              <a:rPr lang="de-DE"/>
              <a:t>TASKS (SEE EXERCISE SHEET)</a:t>
            </a:r>
            <a:endParaRPr/>
          </a:p>
        </p:txBody>
      </p:sp>
      <p:sp>
        <p:nvSpPr>
          <p:cNvPr id="220" name="Google Shape;220;p18"/>
          <p:cNvSpPr txBox="1"/>
          <p:nvPr>
            <p:ph idx="1" type="body"/>
          </p:nvPr>
        </p:nvSpPr>
        <p:spPr>
          <a:xfrm>
            <a:off x="609600" y="1631333"/>
            <a:ext cx="6029600" cy="4505600"/>
          </a:xfrm>
          <a:prstGeom prst="rect">
            <a:avLst/>
          </a:prstGeom>
          <a:noFill/>
          <a:ln>
            <a:noFill/>
          </a:ln>
        </p:spPr>
        <p:txBody>
          <a:bodyPr anchorCtr="0" anchor="t" bIns="60925" lIns="121900" spcFirstLastPara="1" rIns="121900" wrap="square" tIns="60925">
            <a:noAutofit/>
          </a:bodyPr>
          <a:lstStyle/>
          <a:p>
            <a:pPr indent="0" lvl="0" marL="0" rtl="0" algn="l">
              <a:lnSpc>
                <a:spcPct val="100000"/>
              </a:lnSpc>
              <a:spcBef>
                <a:spcPts val="480"/>
              </a:spcBef>
              <a:spcAft>
                <a:spcPts val="0"/>
              </a:spcAft>
              <a:buSzPts val="1800"/>
              <a:buNone/>
            </a:pPr>
            <a:r>
              <a:rPr lang="de-DE"/>
              <a:t>Exercise sheet in </a:t>
            </a:r>
            <a:r>
              <a:rPr b="1" lang="de-DE"/>
              <a:t>GitHub</a:t>
            </a:r>
            <a:r>
              <a:rPr lang="de-DE"/>
              <a:t>:</a:t>
            </a:r>
            <a:endParaRPr/>
          </a:p>
          <a:p>
            <a:pPr indent="0" lvl="0" marL="609585" rtl="0" algn="l">
              <a:lnSpc>
                <a:spcPct val="100000"/>
              </a:lnSpc>
              <a:spcBef>
                <a:spcPts val="480"/>
              </a:spcBef>
              <a:spcAft>
                <a:spcPts val="0"/>
              </a:spcAft>
              <a:buSzPts val="1800"/>
              <a:buNone/>
            </a:pPr>
            <a:r>
              <a:rPr lang="de-DE">
                <a:solidFill>
                  <a:schemeClr val="accent2"/>
                </a:solidFill>
              </a:rPr>
              <a:t>https://github.com/IMISE/MI-Lab-E02-CSV-to-FHIR</a:t>
            </a:r>
            <a:endParaRPr>
              <a:solidFill>
                <a:schemeClr val="accent2"/>
              </a:solidFill>
            </a:endParaRPr>
          </a:p>
          <a:p>
            <a:pPr indent="0" lvl="0" marL="0" rtl="0" algn="l">
              <a:lnSpc>
                <a:spcPct val="100000"/>
              </a:lnSpc>
              <a:spcBef>
                <a:spcPts val="480"/>
              </a:spcBef>
              <a:spcAft>
                <a:spcPts val="0"/>
              </a:spcAft>
              <a:buSzPts val="1800"/>
              <a:buNone/>
            </a:pPr>
            <a:r>
              <a:t/>
            </a:r>
            <a:endParaRPr/>
          </a:p>
          <a:p>
            <a:pPr indent="-457189" lvl="0" marL="609585" rtl="0" algn="l">
              <a:lnSpc>
                <a:spcPct val="100000"/>
              </a:lnSpc>
              <a:spcBef>
                <a:spcPts val="480"/>
              </a:spcBef>
              <a:spcAft>
                <a:spcPts val="0"/>
              </a:spcAft>
              <a:buSzPts val="1800"/>
              <a:buChar char="➔"/>
            </a:pPr>
            <a:r>
              <a:rPr lang="de-DE"/>
              <a:t>Under /Exercise/Exercise_sheet.pdf</a:t>
            </a:r>
            <a:endParaRPr/>
          </a:p>
        </p:txBody>
      </p:sp>
      <p:sp>
        <p:nvSpPr>
          <p:cNvPr id="221" name="Google Shape;221;p18"/>
          <p:cNvSpPr txBox="1"/>
          <p:nvPr>
            <p:ph idx="12" type="sldNum"/>
          </p:nvPr>
        </p:nvSpPr>
        <p:spPr>
          <a:xfrm>
            <a:off x="10598151" y="6505433"/>
            <a:ext cx="990800" cy="2728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1000"/>
              <a:buNone/>
            </a:pPr>
            <a:fld id="{00000000-1234-1234-1234-123412341234}" type="slidenum">
              <a:rPr lang="de-DE"/>
              <a:t>‹#›</a:t>
            </a:fld>
            <a:endParaRPr/>
          </a:p>
        </p:txBody>
      </p:sp>
      <p:pic>
        <p:nvPicPr>
          <p:cNvPr id="222" name="Google Shape;222;p18"/>
          <p:cNvPicPr preferRelativeResize="0"/>
          <p:nvPr/>
        </p:nvPicPr>
        <p:blipFill rotWithShape="1">
          <a:blip r:embed="rId3">
            <a:alphaModFix/>
          </a:blip>
          <a:srcRect b="0" l="0" r="0" t="0"/>
          <a:stretch/>
        </p:blipFill>
        <p:spPr>
          <a:xfrm>
            <a:off x="6778034" y="1075801"/>
            <a:ext cx="5025767" cy="49608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9"/>
          <p:cNvSpPr txBox="1"/>
          <p:nvPr>
            <p:ph type="ctrTitle"/>
          </p:nvPr>
        </p:nvSpPr>
        <p:spPr>
          <a:xfrm>
            <a:off x="486834" y="2112434"/>
            <a:ext cx="10646833" cy="749300"/>
          </a:xfrm>
          <a:prstGeom prst="rect">
            <a:avLst/>
          </a:prstGeom>
          <a:no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1400"/>
              <a:buNone/>
            </a:pPr>
            <a:r>
              <a:rPr lang="de-DE"/>
              <a:t>THANK YOU!</a:t>
            </a:r>
            <a:endParaRPr/>
          </a:p>
        </p:txBody>
      </p:sp>
      <p:sp>
        <p:nvSpPr>
          <p:cNvPr id="228" name="Google Shape;228;p19"/>
          <p:cNvSpPr txBox="1"/>
          <p:nvPr>
            <p:ph idx="1" type="body"/>
          </p:nvPr>
        </p:nvSpPr>
        <p:spPr>
          <a:xfrm>
            <a:off x="486834" y="3266017"/>
            <a:ext cx="9232900" cy="3276600"/>
          </a:xfrm>
          <a:prstGeom prst="rect">
            <a:avLst/>
          </a:prstGeom>
          <a:no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1600"/>
              <a:buNone/>
            </a:pPr>
            <a:r>
              <a:rPr b="1" lang="de-DE" sz="2133"/>
              <a:t>Mona Perbix</a:t>
            </a:r>
            <a:endParaRPr/>
          </a:p>
          <a:p>
            <a:pPr indent="0" lvl="0" marL="0" rtl="0" algn="l">
              <a:lnSpc>
                <a:spcPct val="100000"/>
              </a:lnSpc>
              <a:spcBef>
                <a:spcPts val="427"/>
              </a:spcBef>
              <a:spcAft>
                <a:spcPts val="0"/>
              </a:spcAft>
              <a:buSzPts val="1600"/>
              <a:buNone/>
            </a:pPr>
            <a:r>
              <a:rPr lang="de-DE" sz="2133"/>
              <a:t>Institute for Medical Informatics, Statistics, and Epidemiology (IMISE)</a:t>
            </a:r>
            <a:endParaRPr/>
          </a:p>
          <a:p>
            <a:pPr indent="0" lvl="0" marL="0" rtl="0" algn="l">
              <a:lnSpc>
                <a:spcPct val="100000"/>
              </a:lnSpc>
              <a:spcBef>
                <a:spcPts val="427"/>
              </a:spcBef>
              <a:spcAft>
                <a:spcPts val="0"/>
              </a:spcAft>
              <a:buSzPts val="1600"/>
              <a:buNone/>
            </a:pPr>
            <a:r>
              <a:t/>
            </a:r>
            <a:endParaRPr sz="2133"/>
          </a:p>
          <a:p>
            <a:pPr indent="0" lvl="0" marL="0" rtl="0" algn="l">
              <a:lnSpc>
                <a:spcPct val="110000"/>
              </a:lnSpc>
              <a:spcBef>
                <a:spcPts val="427"/>
              </a:spcBef>
              <a:spcAft>
                <a:spcPts val="0"/>
              </a:spcAft>
              <a:buSzPts val="1600"/>
              <a:buNone/>
            </a:pPr>
            <a:r>
              <a:t/>
            </a:r>
            <a:endParaRPr>
              <a:latin typeface="Arial"/>
              <a:ea typeface="Arial"/>
              <a:cs typeface="Arial"/>
              <a:sym typeface="Arial"/>
            </a:endParaRPr>
          </a:p>
          <a:p>
            <a:pPr indent="0" lvl="0" marL="0" rtl="0" algn="l">
              <a:lnSpc>
                <a:spcPct val="100000"/>
              </a:lnSpc>
              <a:spcBef>
                <a:spcPts val="293"/>
              </a:spcBef>
              <a:spcAft>
                <a:spcPts val="0"/>
              </a:spcAft>
              <a:buSzPts val="1100"/>
              <a:buNone/>
            </a:pPr>
            <a:r>
              <a:t/>
            </a:r>
            <a:endParaRPr>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2018-09-13-Vorlage 16 zu 9 - MF">
  <a:themeElements>
    <a:clrScheme name="mf">
      <a:dk1>
        <a:srgbClr val="000000"/>
      </a:dk1>
      <a:lt1>
        <a:srgbClr val="FFFFFF"/>
      </a:lt1>
      <a:dk2>
        <a:srgbClr val="262A31"/>
      </a:dk2>
      <a:lt2>
        <a:srgbClr val="E7E6E6"/>
      </a:lt2>
      <a:accent1>
        <a:srgbClr val="008AC9"/>
      </a:accent1>
      <a:accent2>
        <a:srgbClr val="00A7D6"/>
      </a:accent2>
      <a:accent3>
        <a:srgbClr val="FF5451"/>
      </a:accent3>
      <a:accent4>
        <a:srgbClr val="8AC2D1"/>
      </a:accent4>
      <a:accent5>
        <a:srgbClr val="262A31"/>
      </a:accent5>
      <a:accent6>
        <a:srgbClr val="FFFFFF"/>
      </a:accent6>
      <a:hlink>
        <a:srgbClr val="8AC2D1"/>
      </a:hlink>
      <a:folHlink>
        <a:srgbClr val="B02F2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ster2_UniLeipzig_PPT Vorlage">
  <a:themeElements>
    <a:clrScheme name="MF 2018">
      <a:dk1>
        <a:srgbClr val="000000"/>
      </a:dk1>
      <a:lt1>
        <a:srgbClr val="FFFFFF"/>
      </a:lt1>
      <a:dk2>
        <a:srgbClr val="262A31"/>
      </a:dk2>
      <a:lt2>
        <a:srgbClr val="FFFFFF"/>
      </a:lt2>
      <a:accent1>
        <a:srgbClr val="008AC9"/>
      </a:accent1>
      <a:accent2>
        <a:srgbClr val="00A7D6"/>
      </a:accent2>
      <a:accent3>
        <a:srgbClr val="8AC2D1"/>
      </a:accent3>
      <a:accent4>
        <a:srgbClr val="FFFFFF"/>
      </a:accent4>
      <a:accent5>
        <a:srgbClr val="FFFFFF"/>
      </a:accent5>
      <a:accent6>
        <a:srgbClr val="FFFFFF"/>
      </a:accent6>
      <a:hlink>
        <a:srgbClr val="FFFFFF"/>
      </a:hlink>
      <a:folHlink>
        <a:srgbClr val="008AC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2025-07-27T10:28:10Z</dcterms:created>
  <dc:creator>Mona Perbix</dc:creator>
</cp:coreProperties>
</file>