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65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5143500" cx="9144000"/>
  <p:notesSz cx="6858000" cy="9144000"/>
  <p:embeddedFontLst>
    <p:embeddedFont>
      <p:font typeface="Poppi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1" roundtripDataSignature="AMtx7mjOozC3toDhZjoxur752RjomI7mRA=="/>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6" name="Christian Draeger"/>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Poppins-bold.fntdata"/><Relationship Id="rId27" Type="http://schemas.openxmlformats.org/officeDocument/2006/relationships/font" Target="fonts/Poppins-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Poppins-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customschemas.google.com/relationships/presentationmetadata" Target="metadata"/><Relationship Id="rId30" Type="http://schemas.openxmlformats.org/officeDocument/2006/relationships/font" Target="fonts/Poppins-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12-11T13:24:28.821">
    <p:pos x="747" y="771"/>
    <p:text>Beschreibung in Speaker notes</p:text>
    <p:extLst>
      <p:ext uri="{C676402C-5697-4E1C-873F-D02D1690AC5C}">
        <p15:threadingInfo timeZoneBias="0"/>
      </p:ext>
      <p:ext uri="http://customooxmlschemas.google.com/">
        <go:slidesCustomData xmlns:go="http://customooxmlschemas.google.com/" commentPostId="AAABaVY999o"/>
      </p:ext>
    </p:extLst>
  </p:cm>
  <p:cm authorId="0" idx="2" dt="2024-12-11T13:24:28.821">
    <p:pos x="747" y="771"/>
    <p:text>@sebastian.staeubert@gmail.com müssten wir das zitieren? hast du einen allgeminen 3lgm2 Bescheibungstext für solche Bilder?</p:text>
    <p:extLst>
      <p:ext uri="{C676402C-5697-4E1C-873F-D02D1690AC5C}">
        <p15:threadingInfo timeZoneBias="0">
          <p15:parentCm authorId="0" idx="1"/>
        </p15:threadingInfo>
      </p:ext>
      <p:ext uri="http://customooxmlschemas.google.com/">
        <go:slidesCustomData xmlns:go="http://customooxmlschemas.google.com/" commentPostId="AAABaVY999w"/>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5-01-23T19:38:17.728">
    <p:pos x="288" y="717"/>
    <p:text>öffnen der entrys als speaker note, es ist ggf nicht klar woher die rows kommen und warum man es nur einmal braucht</p:text>
    <p:extLst>
      <p:ext uri="{C676402C-5697-4E1C-873F-D02D1690AC5C}">
        <p15:threadingInfo timeZoneBias="0"/>
      </p:ext>
      <p:ext uri="http://customooxmlschemas.google.com/">
        <go:slidesCustomData xmlns:go="http://customooxmlschemas.google.com/" commentPostId="AAABcsSvgrs"/>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5-01-23T19:40:52.378">
    <p:pos x="288" y="1018"/>
    <p:text>heißt glaub ich so weil wir eine 'message' (?) über die REST API schicken, vlt hier erstmal erklären was der default wert machen würde, dann warum wir für FHIR den Message Typ brauchen. die nutzung der FHIR REST API geht aus den Folien noch schelcht hervor</p:text>
    <p:extLst>
      <p:ext uri="{C676402C-5697-4E1C-873F-D02D1690AC5C}">
        <p15:threadingInfo timeZoneBias="0"/>
      </p:ext>
      <p:ext uri="http://customooxmlschemas.google.com/">
        <go:slidesCustomData xmlns:go="http://customooxmlschemas.google.com/" commentPostId="AAABcsSvgrw"/>
      </p:ext>
    </p:extLs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5-01-23T19:23:25.809">
    <p:pos x="288" y="191"/>
    <p:text>Beim halten der BAHMNI Übung war es geschickt die Aufgaben an die Wand werfen zu können, ich hatte eine Slide je Aufgabe erstellt und Wichtige Hinweise hinzugefügt. Egtl will ich das hier nicht machen, da wir Änderungen am Übungszettel hier immer nachziehen müssten.</p:text>
    <p:extLst>
      <p:ext uri="{C676402C-5697-4E1C-873F-D02D1690AC5C}">
        <p15:threadingInfo timeZoneBias="0"/>
      </p:ext>
      <p:ext uri="http://customooxmlschemas.google.com/">
        <go:slidesCustomData xmlns:go="http://customooxmlschemas.google.com/" commentPostId="AAABcsSvgrY"/>
      </p:ext>
    </p:extLst>
  </p:cm>
  <p:cm authorId="0" idx="6" dt="2025-01-23T19:23:25.809">
    <p:pos x="288" y="191"/>
    <p:text>Ich würde vorschlagen für alle Übungen die gleiche Aufgaben Slide zu machen die Ihnen zeigt das der Übungszettel unter git -&gt; Aufgaben liegt und ein QR zum Repo und einen direkten Link zum Übungsblatt damit der Dozent dieses an die Wand werfen kann.</p:text>
    <p:extLst>
      <p:ext uri="{C676402C-5697-4E1C-873F-D02D1690AC5C}">
        <p15:threadingInfo timeZoneBias="0">
          <p15:parentCm authorId="0" idx="5"/>
        </p15:threadingInfo>
      </p:ext>
      <p:ext uri="http://customooxmlschemas.google.com/">
        <go:slidesCustomData xmlns:go="http://customooxmlschemas.google.com/" commentPostId="AAABcsSvgro"/>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de-DE"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3lgm2.de/"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hl7.org/fhir/" TargetMode="External"/><Relationship Id="rId3" Type="http://schemas.openxmlformats.org/officeDocument/2006/relationships/hyperlink" Target="https://www.medizininformatik-initiative.de/de/der-kerndatensatz-der-medizininformatik-initiative" TargetMode="External"/><Relationship Id="rId4" Type="http://schemas.openxmlformats.org/officeDocument/2006/relationships/hyperlink" Target="https://www.medizininformatik-initiative.de/de/basismodule-des-kerndatensatzes-der-mii"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IMISE/MI-Lab-E02-CSV-to-FHIR/tree/main/Material/Transformer/Complete"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implifier.net/packages/de.basisprofil.r4/1.4.0/files/656744" TargetMode="External"/><Relationship Id="rId3" Type="http://schemas.openxmlformats.org/officeDocument/2006/relationships/hyperlink" Target="https://simplifier.net/resolve?scope=hl7.fhir.r4.core@4.0.1&amp;filepath=package/CodeSystem-v3-ActCode.json" TargetMode="External"/><Relationship Id="rId4" Type="http://schemas.openxmlformats.org/officeDocument/2006/relationships/hyperlink" Target="https://simplifier.net/resolve?scope=hl7.fhir.r4.core@4.0.1&amp;filepath=package/CodeSystem-v3-ActCode.json"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3" name="Google Shape;10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2" name="Google Shape;11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28db61699f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9" name="Google Shape;119;g328db61699f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de-DE"/>
              <a:t>Informationssystem Architektur Modell mit 3LGM2 (</a:t>
            </a:r>
            <a:r>
              <a:rPr lang="de-DE" u="sng">
                <a:solidFill>
                  <a:schemeClr val="hlink"/>
                </a:solidFill>
                <a:hlinkClick r:id="rId2"/>
              </a:rPr>
              <a:t>https://www.3lgm2.de/</a:t>
            </a:r>
            <a:r>
              <a:rPr lang="de-DE"/>
              <a:t>). Leserichtung Links -&gt; Rechts.</a:t>
            </a:r>
            <a:endParaRPr/>
          </a:p>
          <a:p>
            <a:pPr indent="0" lvl="0" marL="0" rtl="0" algn="l">
              <a:spcBef>
                <a:spcPts val="360"/>
              </a:spcBef>
              <a:spcAft>
                <a:spcPts val="0"/>
              </a:spcAft>
              <a:buNone/>
            </a:pPr>
            <a:r>
              <a:rPr lang="de-DE"/>
              <a:t>3LGM2 Erklärungen:</a:t>
            </a:r>
            <a:endParaRPr/>
          </a:p>
          <a:p>
            <a:pPr indent="-317500" lvl="0" marL="457200" rtl="0" algn="l">
              <a:spcBef>
                <a:spcPts val="360"/>
              </a:spcBef>
              <a:spcAft>
                <a:spcPts val="0"/>
              </a:spcAft>
              <a:buSzPts val="1400"/>
              <a:buChar char="-"/>
            </a:pPr>
            <a:r>
              <a:rPr lang="de-DE"/>
              <a:t>Quadrate: Einzelne </a:t>
            </a:r>
            <a:r>
              <a:rPr lang="de-DE"/>
              <a:t>Anwendungssysteme (AS)</a:t>
            </a:r>
            <a:endParaRPr/>
          </a:p>
          <a:p>
            <a:pPr indent="-317500" lvl="0" marL="457200" rtl="0" algn="l">
              <a:spcBef>
                <a:spcPts val="0"/>
              </a:spcBef>
              <a:spcAft>
                <a:spcPts val="0"/>
              </a:spcAft>
              <a:buSzPts val="1400"/>
              <a:buChar char="-"/>
            </a:pPr>
            <a:r>
              <a:rPr lang="de-DE"/>
              <a:t>Gelbe </a:t>
            </a:r>
            <a:r>
              <a:rPr lang="de-DE"/>
              <a:t>Zylinder: Datenbanken des </a:t>
            </a:r>
            <a:r>
              <a:rPr lang="de-DE"/>
              <a:t>AS</a:t>
            </a:r>
            <a:endParaRPr/>
          </a:p>
          <a:p>
            <a:pPr indent="-317500" lvl="0" marL="457200" rtl="0" algn="l">
              <a:spcBef>
                <a:spcPts val="0"/>
              </a:spcBef>
              <a:spcAft>
                <a:spcPts val="0"/>
              </a:spcAft>
              <a:buSzPts val="1400"/>
              <a:buChar char="-"/>
            </a:pPr>
            <a:r>
              <a:rPr lang="de-DE"/>
              <a:t>Grüne Kreise: Schnittstellen eines AS. Die Pfeile zwischen den Schnittstellen zeigen einen Kommunikationsweg zwischen den AS.</a:t>
            </a:r>
            <a:endParaRPr/>
          </a:p>
          <a:p>
            <a:pPr indent="0" lvl="0" marL="0" rtl="0" algn="l">
              <a:spcBef>
                <a:spcPts val="360"/>
              </a:spcBef>
              <a:spcAft>
                <a:spcPts val="0"/>
              </a:spcAft>
              <a:buNone/>
            </a:pPr>
            <a:r>
              <a:rPr lang="de-DE"/>
              <a:t>Links in lila ist der Kontext von einem Krankenhaus und rechts in grün der Kontext einer Forschungseinrichtung.</a:t>
            </a:r>
            <a:endParaRPr/>
          </a:p>
          <a:p>
            <a:pPr indent="0" lvl="0" marL="0" rtl="0" algn="l">
              <a:spcBef>
                <a:spcPts val="360"/>
              </a:spcBef>
              <a:spcAft>
                <a:spcPts val="0"/>
              </a:spcAft>
              <a:buNone/>
            </a:pPr>
            <a:r>
              <a:rPr b="1" lang="de-DE"/>
              <a:t>Kommunikationsserver: </a:t>
            </a:r>
            <a:r>
              <a:rPr lang="de-DE"/>
              <a:t>Der Kommunikationsserver ist mit einem roten Kreis markiert. </a:t>
            </a:r>
            <a:endParaRPr/>
          </a:p>
          <a:p>
            <a:pPr indent="-317500" lvl="0" marL="457200" rtl="0" algn="l">
              <a:spcBef>
                <a:spcPts val="360"/>
              </a:spcBef>
              <a:spcAft>
                <a:spcPts val="0"/>
              </a:spcAft>
              <a:buSzPts val="1400"/>
              <a:buChar char="-"/>
            </a:pPr>
            <a:r>
              <a:rPr lang="de-DE"/>
              <a:t>Hat Schnittstellen zu allen AS im Klinischen Kontext =&gt; sammelt die Daten und bereitet diese auf</a:t>
            </a:r>
            <a:endParaRPr/>
          </a:p>
          <a:p>
            <a:pPr indent="-317500" lvl="0" marL="457200" rtl="0" algn="l">
              <a:spcBef>
                <a:spcPts val="0"/>
              </a:spcBef>
              <a:spcAft>
                <a:spcPts val="0"/>
              </a:spcAft>
              <a:buSzPts val="1400"/>
              <a:buChar char="-"/>
            </a:pPr>
            <a:r>
              <a:rPr lang="de-DE"/>
              <a:t>Sendet Daten über eine ETL Pipeline an Forschungssysteme (Rechte Seite)</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126" name="Google Shape;12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de-DE"/>
              <a:t>Mehr zu FHIR siehe: </a:t>
            </a:r>
            <a:r>
              <a:rPr lang="de-DE" u="sng">
                <a:solidFill>
                  <a:schemeClr val="hlink"/>
                </a:solidFill>
                <a:hlinkClick r:id="rId2"/>
              </a:rPr>
              <a:t>https://www.hl7.org/fhir/</a:t>
            </a:r>
            <a:r>
              <a:rPr lang="de-DE"/>
              <a:t>.</a:t>
            </a:r>
            <a:endParaRPr/>
          </a:p>
          <a:p>
            <a:pPr indent="0" lvl="0" marL="0" rtl="0" algn="l">
              <a:spcBef>
                <a:spcPts val="360"/>
              </a:spcBef>
              <a:spcAft>
                <a:spcPts val="0"/>
              </a:spcAft>
              <a:buNone/>
            </a:pPr>
            <a:r>
              <a:rPr lang="de-DE"/>
              <a:t>Medizininformatik-Initiative (MII) Kerndatensatz:</a:t>
            </a:r>
            <a:endParaRPr/>
          </a:p>
          <a:p>
            <a:pPr indent="-317500" lvl="0" marL="457200" rtl="0" algn="l">
              <a:spcBef>
                <a:spcPts val="360"/>
              </a:spcBef>
              <a:spcAft>
                <a:spcPts val="0"/>
              </a:spcAft>
              <a:buSzPts val="1400"/>
              <a:buChar char="-"/>
            </a:pPr>
            <a:r>
              <a:rPr lang="de-DE"/>
              <a:t>Siehe </a:t>
            </a:r>
            <a:r>
              <a:rPr lang="de-DE" u="sng">
                <a:solidFill>
                  <a:schemeClr val="hlink"/>
                </a:solidFill>
                <a:hlinkClick r:id="rId3"/>
              </a:rPr>
              <a:t>https://www.medizininformatik-initiative.de/de/der-kerndatensatz-der-medizininformatik-initiative</a:t>
            </a:r>
            <a:endParaRPr/>
          </a:p>
          <a:p>
            <a:pPr indent="-317500" lvl="0" marL="457200" rtl="0" algn="l">
              <a:spcBef>
                <a:spcPts val="0"/>
              </a:spcBef>
              <a:spcAft>
                <a:spcPts val="0"/>
              </a:spcAft>
              <a:buSzPts val="1400"/>
              <a:buChar char="-"/>
            </a:pPr>
            <a:r>
              <a:rPr lang="de-DE"/>
              <a:t>Festlegung des Datenumfang und Standardisierung von medizinischen Daten</a:t>
            </a:r>
            <a:endParaRPr/>
          </a:p>
          <a:p>
            <a:pPr indent="-317500" lvl="0" marL="457200" rtl="0" algn="l">
              <a:spcBef>
                <a:spcPts val="0"/>
              </a:spcBef>
              <a:spcAft>
                <a:spcPts val="0"/>
              </a:spcAft>
              <a:buSzPts val="1400"/>
              <a:buChar char="-"/>
            </a:pPr>
            <a:r>
              <a:rPr lang="de-DE"/>
              <a:t>Es ist zentrale Voraussetzung für die gemeinsame Nutzung von Daten in der MII</a:t>
            </a:r>
            <a:endParaRPr/>
          </a:p>
          <a:p>
            <a:pPr indent="-317500" lvl="0" marL="457200" rtl="0" algn="l">
              <a:spcBef>
                <a:spcPts val="0"/>
              </a:spcBef>
              <a:spcAft>
                <a:spcPts val="0"/>
              </a:spcAft>
              <a:buSzPts val="1400"/>
              <a:buChar char="-"/>
            </a:pPr>
            <a:r>
              <a:rPr lang="de-DE"/>
              <a:t>Ist in Module unterteilt, siehe </a:t>
            </a:r>
            <a:r>
              <a:rPr lang="de-DE" u="sng">
                <a:solidFill>
                  <a:schemeClr val="hlink"/>
                </a:solidFill>
                <a:hlinkClick r:id="rId4"/>
              </a:rPr>
              <a:t>Basismodule</a:t>
            </a:r>
            <a:endParaRPr/>
          </a:p>
          <a:p>
            <a:pPr indent="-317500" lvl="0" marL="457200" rtl="0" algn="l">
              <a:spcBef>
                <a:spcPts val="0"/>
              </a:spcBef>
              <a:spcAft>
                <a:spcPts val="0"/>
              </a:spcAft>
              <a:buSzPts val="1400"/>
              <a:buChar char="-"/>
            </a:pPr>
            <a:r>
              <a:rPr lang="de-DE"/>
              <a:t>In dieser Übung verwenden wir die Module Patient und Fall (In Englisch Encounter)</a:t>
            </a:r>
            <a:endParaRPr/>
          </a:p>
          <a:p>
            <a:pPr indent="0" lvl="0" marL="0" rtl="0" algn="l">
              <a:spcBef>
                <a:spcPts val="360"/>
              </a:spcBef>
              <a:spcAft>
                <a:spcPts val="0"/>
              </a:spcAft>
              <a:buNone/>
            </a:pPr>
            <a:r>
              <a:rPr lang="de-DE"/>
              <a:t>Bild rechts:</a:t>
            </a:r>
            <a:endParaRPr/>
          </a:p>
          <a:p>
            <a:pPr indent="-317500" lvl="0" marL="457200" rtl="0" algn="l">
              <a:spcBef>
                <a:spcPts val="360"/>
              </a:spcBef>
              <a:spcAft>
                <a:spcPts val="0"/>
              </a:spcAft>
              <a:buSzPts val="1400"/>
              <a:buChar char="-"/>
            </a:pPr>
            <a:r>
              <a:rPr lang="de-DE"/>
              <a:t>Dieses Profil beschreibt eine PatientIn in der Medizininformatik-Initiative</a:t>
            </a:r>
            <a:endParaRPr/>
          </a:p>
          <a:p>
            <a:pPr indent="-317500" lvl="0" marL="457200" rtl="0" algn="l">
              <a:spcBef>
                <a:spcPts val="0"/>
              </a:spcBef>
              <a:spcAft>
                <a:spcPts val="0"/>
              </a:spcAft>
              <a:buSzPts val="1400"/>
              <a:buChar char="-"/>
            </a:pPr>
            <a:r>
              <a:rPr lang="de-DE"/>
              <a:t>Struktur einer Patienten Ressource aus dem MII Kerndatensatz Modul Patient</a:t>
            </a:r>
            <a:endParaRPr/>
          </a:p>
          <a:p>
            <a:pPr indent="-317500" lvl="0" marL="457200" rtl="0" algn="l">
              <a:spcBef>
                <a:spcPts val="0"/>
              </a:spcBef>
              <a:spcAft>
                <a:spcPts val="0"/>
              </a:spcAft>
              <a:buSzPts val="1400"/>
              <a:buChar char="-"/>
            </a:pPr>
            <a:r>
              <a:rPr lang="de-DE"/>
              <a:t>Links sind die Namen der einzelnen FHIR Elemente die zu der Ressource gehören</a:t>
            </a:r>
            <a:endParaRPr/>
          </a:p>
          <a:p>
            <a:pPr indent="-317500" lvl="0" marL="457200" rtl="0" algn="l">
              <a:spcBef>
                <a:spcPts val="0"/>
              </a:spcBef>
              <a:spcAft>
                <a:spcPts val="0"/>
              </a:spcAft>
              <a:buSzPts val="1400"/>
              <a:buChar char="-"/>
            </a:pPr>
            <a:r>
              <a:rPr lang="de-DE"/>
              <a:t>Das rote S zeigt Elemente die verpflichtend sind für die Patienten Ressource</a:t>
            </a:r>
            <a:endParaRPr/>
          </a:p>
          <a:p>
            <a:pPr indent="-317500" lvl="0" marL="457200" rtl="0" algn="l">
              <a:spcBef>
                <a:spcPts val="0"/>
              </a:spcBef>
              <a:spcAft>
                <a:spcPts val="0"/>
              </a:spcAft>
              <a:buSzPts val="1400"/>
              <a:buChar char="-"/>
            </a:pPr>
            <a:r>
              <a:rPr lang="de-DE"/>
              <a:t>Rechts stehen die Daten Typen des jeweiligen Elements</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134" name="Google Shape;13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3" name="Google Shape;14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9" name="Google Shape;14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de-DE"/>
              <a:t>Um in Mirth-Connect die gemappten FHIR-Daten an einen FHIR-Server zu senden, muss die Struktur der zu sendenden FHIR-JSON Nachricht vorher definiert sein. </a:t>
            </a:r>
            <a:endParaRPr/>
          </a:p>
          <a:p>
            <a:pPr indent="0" lvl="0" marL="0" rtl="0" algn="l">
              <a:spcBef>
                <a:spcPts val="360"/>
              </a:spcBef>
              <a:spcAft>
                <a:spcPts val="0"/>
              </a:spcAft>
              <a:buNone/>
            </a:pPr>
            <a:r>
              <a:rPr lang="de-DE"/>
              <a:t>Das FHIR-Template für den Patienten und Fall/Encounter wird für die Übung für beide bereitgestellt. Die bereitgestellten Templates sind zu finden unter: </a:t>
            </a:r>
            <a:r>
              <a:rPr lang="de-DE" u="sng">
                <a:solidFill>
                  <a:schemeClr val="hlink"/>
                </a:solidFill>
                <a:hlinkClick r:id="rId2"/>
              </a:rPr>
              <a:t>https://github.com/IMISE/MI-Lab-E02-CSV-to-FHIR/tree/main/Material/Transformer/Complete</a:t>
            </a:r>
            <a:r>
              <a:rPr lang="de-DE"/>
              <a:t> </a:t>
            </a:r>
            <a:endParaRPr/>
          </a:p>
          <a:p>
            <a:pPr indent="0" lvl="0" marL="0" rtl="0" algn="l">
              <a:spcBef>
                <a:spcPts val="360"/>
              </a:spcBef>
              <a:spcAft>
                <a:spcPts val="0"/>
              </a:spcAft>
              <a:buNone/>
            </a:pPr>
            <a:r>
              <a:rPr lang="de-DE"/>
              <a:t>Trotzdem</a:t>
            </a:r>
            <a:r>
              <a:rPr lang="de-DE"/>
              <a:t> wird auf dieser Folie kurz der Vorgang erläutert, wie man aus der Struktur einer FHIR-Ressource ein FHIR Nachrichten Template für Mirth-Connect erstellt.</a:t>
            </a:r>
            <a:endParaRPr/>
          </a:p>
          <a:p>
            <a:pPr indent="0" lvl="0" marL="0" rtl="0" algn="l">
              <a:spcBef>
                <a:spcPts val="360"/>
              </a:spcBef>
              <a:spcAft>
                <a:spcPts val="0"/>
              </a:spcAft>
              <a:buNone/>
            </a:pPr>
            <a:r>
              <a:rPr b="1" lang="de-DE"/>
              <a:t>Bild rechts:</a:t>
            </a:r>
            <a:r>
              <a:rPr lang="de-DE"/>
              <a:t> Struktur einer FHIR Ressource des Modul Patient aus dem MII KDS (MII-Patient)</a:t>
            </a:r>
            <a:endParaRPr/>
          </a:p>
          <a:p>
            <a:pPr indent="0" lvl="0" marL="0" rtl="0" algn="l">
              <a:spcBef>
                <a:spcPts val="360"/>
              </a:spcBef>
              <a:spcAft>
                <a:spcPts val="0"/>
              </a:spcAft>
              <a:buNone/>
            </a:pPr>
            <a:r>
              <a:rPr b="1" lang="de-DE"/>
              <a:t>Bild links:</a:t>
            </a:r>
            <a:r>
              <a:rPr lang="de-DE"/>
              <a:t> Vollständiges FHIR-Nachrichten Template als Screenshot aus Mirth-Connect</a:t>
            </a:r>
            <a:endParaRPr/>
          </a:p>
          <a:p>
            <a:pPr indent="0" lvl="0" marL="0" rtl="0" algn="l">
              <a:spcBef>
                <a:spcPts val="360"/>
              </a:spcBef>
              <a:spcAft>
                <a:spcPts val="0"/>
              </a:spcAft>
              <a:buNone/>
            </a:pPr>
            <a:r>
              <a:rPr b="1" lang="de-DE"/>
              <a:t>Identifier:</a:t>
            </a:r>
            <a:r>
              <a:rPr lang="de-DE"/>
              <a:t> Die roten Kreise zeigt, wie der Identifier eines Patienten aus dem MII-Patient in dem FHIR Nachrichten Template zu finden ist.</a:t>
            </a:r>
            <a:endParaRPr/>
          </a:p>
        </p:txBody>
      </p:sp>
      <p:sp>
        <p:nvSpPr>
          <p:cNvPr id="157" name="Google Shape;15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de-DE"/>
              <a:t>Erstellung des FHIR-Message-Template für das Modul MII Fall. Hier als Beispiel das Mapping von dem Attribut “class” und dessen “code” (in rot umrandet)</a:t>
            </a:r>
            <a:endParaRPr/>
          </a:p>
          <a:p>
            <a:pPr indent="0" lvl="0" marL="0" rtl="0" algn="l">
              <a:spcBef>
                <a:spcPts val="360"/>
              </a:spcBef>
              <a:spcAft>
                <a:spcPts val="0"/>
              </a:spcAft>
              <a:buNone/>
            </a:pPr>
            <a:r>
              <a:rPr lang="de-DE"/>
              <a:t>Diese basieren auf einem </a:t>
            </a:r>
            <a:r>
              <a:rPr b="1" lang="de-DE"/>
              <a:t>CodeSystem</a:t>
            </a:r>
            <a:r>
              <a:rPr lang="de-DE"/>
              <a:t> das eine standardisierte Liste von Werten für das Attribut festlegt.</a:t>
            </a:r>
            <a:endParaRPr/>
          </a:p>
          <a:p>
            <a:pPr indent="0" lvl="0" marL="0" rtl="0" algn="l">
              <a:spcBef>
                <a:spcPts val="360"/>
              </a:spcBef>
              <a:spcAft>
                <a:spcPts val="0"/>
              </a:spcAft>
              <a:buNone/>
            </a:pPr>
            <a:r>
              <a:rPr lang="de-DE"/>
              <a:t>Das Codesystem für unser Beispiel Attribut ist: </a:t>
            </a:r>
            <a:r>
              <a:rPr b="1" lang="de-DE"/>
              <a:t>EncounterClassDE </a:t>
            </a:r>
            <a:r>
              <a:rPr lang="de-DE"/>
              <a:t>(</a:t>
            </a:r>
            <a:r>
              <a:rPr lang="de-DE" u="sng">
                <a:solidFill>
                  <a:schemeClr val="hlink"/>
                </a:solidFill>
                <a:hlinkClick r:id="rId2"/>
              </a:rPr>
              <a:t>https://simplifier.net/packages/de.basisprofil.r4/1.4.0/files/656744</a:t>
            </a:r>
            <a:r>
              <a:rPr lang="de-DE"/>
              <a:t>) </a:t>
            </a:r>
            <a:endParaRPr/>
          </a:p>
          <a:p>
            <a:pPr indent="-317500" lvl="0" marL="457200" rtl="0" algn="l">
              <a:spcBef>
                <a:spcPts val="360"/>
              </a:spcBef>
              <a:spcAft>
                <a:spcPts val="0"/>
              </a:spcAft>
              <a:buSzPts val="1400"/>
              <a:buChar char="-"/>
            </a:pPr>
            <a:r>
              <a:rPr lang="de-DE"/>
              <a:t>Code: </a:t>
            </a:r>
            <a:r>
              <a:rPr lang="de-DE" sz="1100" u="sng">
                <a:solidFill>
                  <a:schemeClr val="hlink"/>
                </a:solidFill>
                <a:hlinkClick r:id="rId3"/>
              </a:rPr>
              <a:t>AMB</a:t>
            </a:r>
            <a:r>
              <a:rPr lang="de-DE"/>
              <a:t>, Display: ambulatory</a:t>
            </a:r>
            <a:endParaRPr/>
          </a:p>
          <a:p>
            <a:pPr indent="-317500" lvl="0" marL="457200" rtl="0" algn="l">
              <a:spcBef>
                <a:spcPts val="0"/>
              </a:spcBef>
              <a:spcAft>
                <a:spcPts val="0"/>
              </a:spcAft>
              <a:buSzPts val="1400"/>
              <a:buChar char="-"/>
            </a:pPr>
            <a:r>
              <a:rPr lang="de-DE"/>
              <a:t>Code: </a:t>
            </a:r>
            <a:r>
              <a:rPr lang="de-DE" sz="1100" u="sng">
                <a:solidFill>
                  <a:schemeClr val="hlink"/>
                </a:solidFill>
                <a:hlinkClick r:id="rId4"/>
              </a:rPr>
              <a:t>IMP</a:t>
            </a:r>
            <a:r>
              <a:rPr lang="de-DE"/>
              <a:t>, Display: inpatient encounter</a:t>
            </a:r>
            <a:endParaRPr/>
          </a:p>
          <a:p>
            <a:pPr indent="-317500" lvl="0" marL="457200" rtl="0" algn="l">
              <a:spcBef>
                <a:spcPts val="0"/>
              </a:spcBef>
              <a:spcAft>
                <a:spcPts val="0"/>
              </a:spcAft>
              <a:buSzPts val="1400"/>
              <a:buChar char="-"/>
            </a:pPr>
            <a:r>
              <a:rPr lang="de-DE"/>
              <a:t>usw.</a:t>
            </a:r>
            <a:endParaRPr/>
          </a:p>
          <a:p>
            <a:pPr indent="0" lvl="0" marL="0" rtl="0" algn="l">
              <a:spcBef>
                <a:spcPts val="360"/>
              </a:spcBef>
              <a:spcAft>
                <a:spcPts val="0"/>
              </a:spcAft>
              <a:buNone/>
            </a:pPr>
            <a:r>
              <a:rPr lang="de-DE"/>
              <a:t>Hier ist der Code “AMB” also ist es ein ambulanter Fall.</a:t>
            </a:r>
            <a:endParaRPr/>
          </a:p>
          <a:p>
            <a:pPr indent="0" lvl="0" marL="0" rtl="0" algn="l">
              <a:spcBef>
                <a:spcPts val="360"/>
              </a:spcBef>
              <a:spcAft>
                <a:spcPts val="0"/>
              </a:spcAft>
              <a:buClr>
                <a:schemeClr val="dk1"/>
              </a:buClr>
              <a:buSzPts val="1100"/>
              <a:buFont typeface="Arial"/>
              <a:buNone/>
            </a:pPr>
            <a:r>
              <a:rPr b="1" lang="de-DE"/>
              <a:t>Wichtig:</a:t>
            </a:r>
            <a:r>
              <a:rPr lang="de-DE"/>
              <a:t> Der Identifier ist nicht äquivalent zur id einer Ressource. Hier heißt als Identifier: Aufnahmenummer! Die Id wird vom FHIR-Server automatisch übergeben. Der Identifier ist der eindeutige Identifier des Falls.</a:t>
            </a:r>
            <a:endParaRPr/>
          </a:p>
        </p:txBody>
      </p:sp>
      <p:sp>
        <p:nvSpPr>
          <p:cNvPr id="172" name="Google Shape;172;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7" name="Google Shape;18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6" name="Google Shape;19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4" name="Google Shape;20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de-DE"/>
              <a:t>Das Mapping in dem Mirth-Connect Transformer hat eine spezielle Syntax. </a:t>
            </a:r>
            <a:endParaRPr/>
          </a:p>
          <a:p>
            <a:pPr indent="0" lvl="0" marL="0" rtl="0" algn="l">
              <a:spcBef>
                <a:spcPts val="360"/>
              </a:spcBef>
              <a:spcAft>
                <a:spcPts val="0"/>
              </a:spcAft>
              <a:buNone/>
            </a:pPr>
            <a:r>
              <a:rPr lang="de-DE"/>
              <a:t>Hier wird die Syntax für die Input CSV mit dem Beispiel “deceasedBoolean” erklärt.</a:t>
            </a:r>
            <a:endParaRPr/>
          </a:p>
          <a:p>
            <a:pPr indent="0" lvl="0" marL="0" rtl="0" algn="l">
              <a:spcBef>
                <a:spcPts val="360"/>
              </a:spcBef>
              <a:spcAft>
                <a:spcPts val="0"/>
              </a:spcAft>
              <a:buNone/>
            </a:pPr>
            <a:r>
              <a:rPr b="1" lang="de-DE"/>
              <a:t>msg[‘row’][0] </a:t>
            </a:r>
            <a:r>
              <a:rPr lang="de-DE"/>
              <a:t>bleibt bei allen Transformer Schritten vorne bestehen:</a:t>
            </a:r>
            <a:endParaRPr/>
          </a:p>
          <a:p>
            <a:pPr indent="-317500" lvl="0" marL="457200" rtl="0" algn="l">
              <a:spcBef>
                <a:spcPts val="360"/>
              </a:spcBef>
              <a:spcAft>
                <a:spcPts val="0"/>
              </a:spcAft>
              <a:buSzPts val="1400"/>
              <a:buChar char="-"/>
            </a:pPr>
            <a:r>
              <a:rPr b="1" lang="de-DE"/>
              <a:t>msg</a:t>
            </a:r>
            <a:r>
              <a:rPr lang="de-DE"/>
              <a:t>: Unsere Input CSV die eingelesen wird</a:t>
            </a:r>
            <a:endParaRPr/>
          </a:p>
          <a:p>
            <a:pPr indent="-317500" lvl="0" marL="457200" rtl="0" algn="l">
              <a:spcBef>
                <a:spcPts val="0"/>
              </a:spcBef>
              <a:spcAft>
                <a:spcPts val="0"/>
              </a:spcAft>
              <a:buSzPts val="1400"/>
              <a:buChar char="-"/>
            </a:pPr>
            <a:r>
              <a:rPr b="1" lang="de-DE"/>
              <a:t>[‘row’]</a:t>
            </a:r>
            <a:r>
              <a:rPr lang="de-DE"/>
              <a:t>: Die CSV ist (siehe Bild) in eine </a:t>
            </a:r>
            <a:r>
              <a:rPr lang="de-DE"/>
              <a:t>Liste aller Reihen in Mirth-Connect strukturiert</a:t>
            </a:r>
            <a:endParaRPr/>
          </a:p>
          <a:p>
            <a:pPr indent="-317500" lvl="1" marL="914400" rtl="0" algn="l">
              <a:spcBef>
                <a:spcPts val="0"/>
              </a:spcBef>
              <a:spcAft>
                <a:spcPts val="0"/>
              </a:spcAft>
              <a:buSzPts val="1400"/>
              <a:buChar char="-"/>
            </a:pPr>
            <a:r>
              <a:rPr lang="de-DE"/>
              <a:t>Wenn man eine row aufklappt dann sieht man alle Spalten Attribute</a:t>
            </a:r>
            <a:r>
              <a:rPr lang="de-DE"/>
              <a:t> (siehe Bild) </a:t>
            </a:r>
            <a:endParaRPr/>
          </a:p>
          <a:p>
            <a:pPr indent="-317500" lvl="0" marL="457200" rtl="0" algn="l">
              <a:spcBef>
                <a:spcPts val="0"/>
              </a:spcBef>
              <a:spcAft>
                <a:spcPts val="0"/>
              </a:spcAft>
              <a:buSzPts val="1400"/>
              <a:buChar char="-"/>
            </a:pPr>
            <a:r>
              <a:rPr b="1" lang="de-DE"/>
              <a:t>[0]</a:t>
            </a:r>
            <a:r>
              <a:rPr lang="de-DE"/>
              <a:t>: Zeigt das wir die Werte der erste Reihe auslesen </a:t>
            </a:r>
            <a:endParaRPr/>
          </a:p>
          <a:p>
            <a:pPr indent="-317500" lvl="1" marL="914400" rtl="0" algn="l">
              <a:spcBef>
                <a:spcPts val="0"/>
              </a:spcBef>
              <a:spcAft>
                <a:spcPts val="0"/>
              </a:spcAft>
              <a:buSzPts val="1400"/>
              <a:buChar char="-"/>
            </a:pPr>
            <a:r>
              <a:rPr lang="de-DE"/>
              <a:t>Eine Reihe (0) zu mappen reicht aus!</a:t>
            </a:r>
            <a:endParaRPr/>
          </a:p>
          <a:p>
            <a:pPr indent="-317500" lvl="1" marL="914400" rtl="0" algn="l">
              <a:spcBef>
                <a:spcPts val="0"/>
              </a:spcBef>
              <a:spcAft>
                <a:spcPts val="0"/>
              </a:spcAft>
              <a:buSzPts val="1400"/>
              <a:buChar char="-"/>
            </a:pPr>
            <a:r>
              <a:rPr lang="de-DE"/>
              <a:t>Mirth-Connect iteriert selber durch die anderen Reihen </a:t>
            </a:r>
            <a:endParaRPr/>
          </a:p>
          <a:p>
            <a:pPr indent="0" lvl="0" marL="0" rtl="0" algn="l">
              <a:spcBef>
                <a:spcPts val="360"/>
              </a:spcBef>
              <a:spcAft>
                <a:spcPts val="0"/>
              </a:spcAft>
              <a:buNone/>
            </a:pPr>
            <a:r>
              <a:rPr b="1" lang="de-DE"/>
              <a:t>[‘</a:t>
            </a:r>
            <a:r>
              <a:rPr b="1" lang="de-DE">
                <a:solidFill>
                  <a:srgbClr val="FF5451"/>
                </a:solidFill>
              </a:rPr>
              <a:t>deceasedBoolean</a:t>
            </a:r>
            <a:r>
              <a:rPr b="1" lang="de-DE"/>
              <a:t>’] </a:t>
            </a:r>
            <a:r>
              <a:rPr lang="de-DE"/>
              <a:t>gibt nun unsere zu mappende Zielvariable an</a:t>
            </a:r>
            <a:endParaRPr/>
          </a:p>
          <a:p>
            <a:pPr indent="-317500" lvl="0" marL="457200" rtl="0" algn="l">
              <a:spcBef>
                <a:spcPts val="360"/>
              </a:spcBef>
              <a:spcAft>
                <a:spcPts val="0"/>
              </a:spcAft>
              <a:buSzPts val="1400"/>
              <a:buChar char="-"/>
            </a:pPr>
            <a:r>
              <a:rPr lang="de-DE"/>
              <a:t>Diese muss geändert werden je nach zu mappenden Attribut</a:t>
            </a:r>
            <a:endParaRPr/>
          </a:p>
          <a:p>
            <a:pPr indent="0" lvl="0" marL="0" rtl="0" algn="l">
              <a:spcBef>
                <a:spcPts val="360"/>
              </a:spcBef>
              <a:spcAft>
                <a:spcPts val="0"/>
              </a:spcAft>
              <a:buNone/>
            </a:pPr>
            <a:r>
              <a:rPr b="1" lang="de-DE"/>
              <a:t>.toString() </a:t>
            </a:r>
            <a:r>
              <a:rPr lang="de-DE"/>
              <a:t>bleibt bei allen Transformer Schritten hinten stehen:</a:t>
            </a:r>
            <a:endParaRPr/>
          </a:p>
          <a:p>
            <a:pPr indent="-317500" lvl="0" marL="457200" rtl="0" algn="l">
              <a:spcBef>
                <a:spcPts val="360"/>
              </a:spcBef>
              <a:spcAft>
                <a:spcPts val="0"/>
              </a:spcAft>
              <a:buSzPts val="1400"/>
              <a:buChar char="-"/>
            </a:pPr>
            <a:r>
              <a:rPr lang="de-DE"/>
              <a:t>Dadurch wird die zuvor definierte ausgelesene Zielvariable als Text gespeichert</a:t>
            </a:r>
            <a:endParaRPr/>
          </a:p>
          <a:p>
            <a:pPr indent="-317500" lvl="0" marL="457200" rtl="0" algn="l">
              <a:spcBef>
                <a:spcPts val="0"/>
              </a:spcBef>
              <a:spcAft>
                <a:spcPts val="0"/>
              </a:spcAft>
              <a:buSzPts val="1400"/>
              <a:buChar char="-"/>
            </a:pPr>
            <a:r>
              <a:rPr lang="de-DE"/>
              <a:t>Daten oder Zahlen sollen ebenfalls ein .toString() haben!</a:t>
            </a:r>
            <a:endParaRPr/>
          </a:p>
          <a:p>
            <a:pPr indent="-317500" lvl="0" marL="457200" rtl="0" algn="l">
              <a:spcBef>
                <a:spcPts val="0"/>
              </a:spcBef>
              <a:spcAft>
                <a:spcPts val="0"/>
              </a:spcAft>
              <a:buSzPts val="1400"/>
              <a:buChar char="-"/>
            </a:pPr>
            <a:r>
              <a:rPr lang="de-DE"/>
              <a:t>Denn wir schreiben die Zielvariable in das FHIR-Message Template das ein JSON Text ist</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218" name="Google Shape;218;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100"/>
              <a:buFont typeface="Arial"/>
              <a:buNone/>
            </a:pPr>
            <a:r>
              <a:rPr lang="de-DE"/>
              <a:t>Das Mapping in dem Mirth-Connect Transformer hat eine spezielle Syntax. </a:t>
            </a:r>
            <a:endParaRPr/>
          </a:p>
          <a:p>
            <a:pPr indent="0" lvl="0" marL="0" rtl="0" algn="l">
              <a:spcBef>
                <a:spcPts val="360"/>
              </a:spcBef>
              <a:spcAft>
                <a:spcPts val="0"/>
              </a:spcAft>
              <a:buNone/>
            </a:pPr>
            <a:r>
              <a:rPr lang="de-DE"/>
              <a:t>Hier wird die Syntax für das Output FHIR-Message Template, welches nachher an einen FHIR Server gesendet wird,</a:t>
            </a:r>
            <a:endParaRPr/>
          </a:p>
          <a:p>
            <a:pPr indent="0" lvl="0" marL="0" rtl="0" algn="l">
              <a:spcBef>
                <a:spcPts val="360"/>
              </a:spcBef>
              <a:spcAft>
                <a:spcPts val="0"/>
              </a:spcAft>
              <a:buClr>
                <a:schemeClr val="dk1"/>
              </a:buClr>
              <a:buSzPts val="1100"/>
              <a:buFont typeface="Arial"/>
              <a:buNone/>
            </a:pPr>
            <a:r>
              <a:rPr lang="de-DE"/>
              <a:t>mit dem Beispiel “deceasedBoolean” erklärt.</a:t>
            </a:r>
            <a:endParaRPr/>
          </a:p>
          <a:p>
            <a:pPr indent="0" lvl="0" marL="0" rtl="0" algn="l">
              <a:spcBef>
                <a:spcPts val="360"/>
              </a:spcBef>
              <a:spcAft>
                <a:spcPts val="0"/>
              </a:spcAft>
              <a:buClr>
                <a:schemeClr val="dk1"/>
              </a:buClr>
              <a:buSzPts val="1100"/>
              <a:buFont typeface="Arial"/>
              <a:buNone/>
            </a:pPr>
            <a:r>
              <a:rPr b="1" lang="de-DE"/>
              <a:t>tmp[‘entry’][0][‘resource’] </a:t>
            </a:r>
            <a:r>
              <a:rPr lang="de-DE"/>
              <a:t>bleibt bei den Transformer Schritten vorne bestehen:</a:t>
            </a:r>
            <a:endParaRPr/>
          </a:p>
          <a:p>
            <a:pPr indent="-317500" lvl="0" marL="457200" rtl="0" algn="l">
              <a:spcBef>
                <a:spcPts val="360"/>
              </a:spcBef>
              <a:spcAft>
                <a:spcPts val="0"/>
              </a:spcAft>
              <a:buClr>
                <a:schemeClr val="dk1"/>
              </a:buClr>
              <a:buSzPts val="1400"/>
              <a:buChar char="-"/>
            </a:pPr>
            <a:r>
              <a:rPr b="1" lang="de-DE"/>
              <a:t>tmp</a:t>
            </a:r>
            <a:r>
              <a:rPr lang="de-DE"/>
              <a:t>: Das temporäre FHIR-Message Template welches befüllt werden soll</a:t>
            </a:r>
            <a:endParaRPr/>
          </a:p>
          <a:p>
            <a:pPr indent="-317500" lvl="0" marL="457200" rtl="0" algn="l">
              <a:spcBef>
                <a:spcPts val="0"/>
              </a:spcBef>
              <a:spcAft>
                <a:spcPts val="0"/>
              </a:spcAft>
              <a:buClr>
                <a:schemeClr val="dk1"/>
              </a:buClr>
              <a:buSzPts val="1400"/>
              <a:buChar char="-"/>
            </a:pPr>
            <a:r>
              <a:rPr b="1" lang="de-DE"/>
              <a:t>[‘entry’]</a:t>
            </a:r>
            <a:r>
              <a:rPr lang="de-DE"/>
              <a:t>: Eine FHIR Nachricht besteht immer aus einem Entry der die Attribute des Patienten/Fall beinhaltet</a:t>
            </a:r>
            <a:endParaRPr/>
          </a:p>
          <a:p>
            <a:pPr indent="-317500" lvl="0" marL="457200" rtl="0" algn="l">
              <a:spcBef>
                <a:spcPts val="0"/>
              </a:spcBef>
              <a:spcAft>
                <a:spcPts val="0"/>
              </a:spcAft>
              <a:buClr>
                <a:schemeClr val="dk1"/>
              </a:buClr>
              <a:buSzPts val="1400"/>
              <a:buChar char="-"/>
            </a:pPr>
            <a:r>
              <a:rPr b="1" lang="de-DE"/>
              <a:t>[0]</a:t>
            </a:r>
            <a:r>
              <a:rPr lang="de-DE"/>
              <a:t>: Da unser FHIR-Message Template nur aus einem Patient/Fall besteht, nehmen wir nur den ersten Entry (Informatik zählt ab 0)</a:t>
            </a:r>
            <a:endParaRPr/>
          </a:p>
          <a:p>
            <a:pPr indent="-317500" lvl="0" marL="457200" rtl="0" algn="l">
              <a:spcBef>
                <a:spcPts val="0"/>
              </a:spcBef>
              <a:spcAft>
                <a:spcPts val="0"/>
              </a:spcAft>
              <a:buClr>
                <a:schemeClr val="dk1"/>
              </a:buClr>
              <a:buSzPts val="1400"/>
              <a:buChar char="-"/>
            </a:pPr>
            <a:r>
              <a:rPr b="1" lang="de-DE"/>
              <a:t>[‘ressource’]: </a:t>
            </a:r>
            <a:r>
              <a:rPr lang="de-DE"/>
              <a:t>Jeder Entry hat besteht aus einer “resource” und “request” (siehe Bild) </a:t>
            </a:r>
            <a:endParaRPr/>
          </a:p>
          <a:p>
            <a:pPr indent="-317500" lvl="1" marL="914400" rtl="0" algn="l">
              <a:spcBef>
                <a:spcPts val="0"/>
              </a:spcBef>
              <a:spcAft>
                <a:spcPts val="0"/>
              </a:spcAft>
              <a:buClr>
                <a:schemeClr val="dk1"/>
              </a:buClr>
              <a:buSzPts val="1400"/>
              <a:buChar char="-"/>
            </a:pPr>
            <a:r>
              <a:rPr lang="de-DE"/>
              <a:t>Resource: Datenstruktur die die Attribute enthält =&gt; Diese Attribute sollen gemappt werden!</a:t>
            </a:r>
            <a:endParaRPr/>
          </a:p>
          <a:p>
            <a:pPr indent="-317500" lvl="1" marL="914400" rtl="0" algn="l">
              <a:spcBef>
                <a:spcPts val="0"/>
              </a:spcBef>
              <a:spcAft>
                <a:spcPts val="0"/>
              </a:spcAft>
              <a:buClr>
                <a:schemeClr val="dk1"/>
              </a:buClr>
              <a:buSzPts val="1400"/>
              <a:buChar char="-"/>
            </a:pPr>
            <a:r>
              <a:rPr lang="de-DE"/>
              <a:t>Request: </a:t>
            </a:r>
            <a:r>
              <a:rPr lang="de-DE" sz="1100"/>
              <a:t>Aktion verbunden mit der Resource </a:t>
            </a:r>
            <a:endParaRPr sz="1100"/>
          </a:p>
          <a:p>
            <a:pPr indent="-304800" lvl="2" marL="1371600" rtl="0" algn="l">
              <a:spcBef>
                <a:spcPts val="0"/>
              </a:spcBef>
              <a:spcAft>
                <a:spcPts val="0"/>
              </a:spcAft>
              <a:buClr>
                <a:schemeClr val="dk1"/>
              </a:buClr>
              <a:buSzPts val="1200"/>
              <a:buChar char="-"/>
            </a:pPr>
            <a:r>
              <a:rPr lang="de-DE"/>
              <a:t>Anlegen der Resource im FHIR-Server</a:t>
            </a:r>
            <a:endParaRPr/>
          </a:p>
          <a:p>
            <a:pPr indent="0" lvl="0" marL="0" rtl="0" algn="l">
              <a:spcBef>
                <a:spcPts val="360"/>
              </a:spcBef>
              <a:spcAft>
                <a:spcPts val="0"/>
              </a:spcAft>
              <a:buClr>
                <a:schemeClr val="dk1"/>
              </a:buClr>
              <a:buSzPts val="1100"/>
              <a:buFont typeface="Arial"/>
              <a:buNone/>
            </a:pPr>
            <a:r>
              <a:rPr b="1" lang="de-DE"/>
              <a:t>[‘</a:t>
            </a:r>
            <a:r>
              <a:rPr b="1" lang="de-DE">
                <a:solidFill>
                  <a:srgbClr val="FF5451"/>
                </a:solidFill>
              </a:rPr>
              <a:t>deceasedBoolean</a:t>
            </a:r>
            <a:r>
              <a:rPr b="1" lang="de-DE"/>
              <a:t>’] </a:t>
            </a:r>
            <a:r>
              <a:rPr lang="de-DE"/>
              <a:t>gibt nun unsere zu mappende Zielvariable an</a:t>
            </a:r>
            <a:endParaRPr/>
          </a:p>
          <a:p>
            <a:pPr indent="-317500" lvl="0" marL="457200" rtl="0" algn="l">
              <a:spcBef>
                <a:spcPts val="360"/>
              </a:spcBef>
              <a:spcAft>
                <a:spcPts val="0"/>
              </a:spcAft>
              <a:buClr>
                <a:schemeClr val="dk1"/>
              </a:buClr>
              <a:buSzPts val="1400"/>
              <a:buChar char="-"/>
            </a:pPr>
            <a:r>
              <a:rPr lang="de-DE"/>
              <a:t>Diese muss geändert werden je nach zu mappenden Attribut</a:t>
            </a:r>
            <a:endParaRPr/>
          </a:p>
        </p:txBody>
      </p:sp>
      <p:sp>
        <p:nvSpPr>
          <p:cNvPr id="231" name="Google Shape;23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248cd92cde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248cd92cde_0_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4" name="Google Shape;244;g3248cd92cde_0_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de-DE"/>
              <a:t>Screenshot des </a:t>
            </a:r>
            <a:r>
              <a:rPr b="1" lang="de-DE"/>
              <a:t>Patient Transformers</a:t>
            </a:r>
            <a:r>
              <a:rPr lang="de-DE"/>
              <a:t> in Mirth-Connect:</a:t>
            </a:r>
            <a:endParaRPr/>
          </a:p>
          <a:p>
            <a:pPr indent="-317500" lvl="0" marL="457200" rtl="0" algn="l">
              <a:spcBef>
                <a:spcPts val="360"/>
              </a:spcBef>
              <a:spcAft>
                <a:spcPts val="0"/>
              </a:spcAft>
              <a:buSzPts val="1400"/>
              <a:buChar char="-"/>
            </a:pPr>
            <a:r>
              <a:rPr lang="de-DE"/>
              <a:t>Einzelne Transformer Schritte mit Typ:</a:t>
            </a:r>
            <a:r>
              <a:rPr b="1" lang="de-DE"/>
              <a:t> “</a:t>
            </a:r>
            <a:r>
              <a:rPr b="1" lang="de-DE">
                <a:solidFill>
                  <a:srgbClr val="FF5451"/>
                </a:solidFill>
              </a:rPr>
              <a:t>Message Builder</a:t>
            </a:r>
            <a:r>
              <a:rPr b="1" lang="de-DE"/>
              <a:t>”</a:t>
            </a:r>
            <a:endParaRPr b="1"/>
          </a:p>
          <a:p>
            <a:pPr indent="0" lvl="0" marL="0" rtl="0" algn="l">
              <a:spcBef>
                <a:spcPts val="360"/>
              </a:spcBef>
              <a:spcAft>
                <a:spcPts val="0"/>
              </a:spcAft>
              <a:buNone/>
            </a:pPr>
            <a:r>
              <a:rPr lang="de-DE"/>
              <a:t>Erster Rote Kreis: Step </a:t>
            </a:r>
            <a:r>
              <a:rPr lang="de-DE"/>
              <a:t>identifier_value -&gt; Mappt das Attribut identifier_value nach FHIR</a:t>
            </a:r>
            <a:endParaRPr/>
          </a:p>
          <a:p>
            <a:pPr indent="0" lvl="0" marL="0" rtl="0" algn="l">
              <a:spcBef>
                <a:spcPts val="360"/>
              </a:spcBef>
              <a:spcAft>
                <a:spcPts val="0"/>
              </a:spcAft>
              <a:buNone/>
            </a:pPr>
            <a:r>
              <a:rPr lang="de-DE"/>
              <a:t>Zweiter Roter Kreis:</a:t>
            </a:r>
            <a:endParaRPr/>
          </a:p>
          <a:p>
            <a:pPr indent="-317500" lvl="0" marL="457200" rtl="0" algn="l">
              <a:spcBef>
                <a:spcPts val="360"/>
              </a:spcBef>
              <a:spcAft>
                <a:spcPts val="0"/>
              </a:spcAft>
              <a:buSzPts val="1400"/>
              <a:buChar char="-"/>
            </a:pPr>
            <a:r>
              <a:rPr b="1" lang="de-DE"/>
              <a:t>Message Segment</a:t>
            </a:r>
            <a:r>
              <a:rPr lang="de-DE"/>
              <a:t>: Siehe Syntax für Output FHIR-Message Template (Folie 13)</a:t>
            </a:r>
            <a:endParaRPr/>
          </a:p>
          <a:p>
            <a:pPr indent="-317500" lvl="0" marL="457200" rtl="0" algn="l">
              <a:spcBef>
                <a:spcPts val="0"/>
              </a:spcBef>
              <a:spcAft>
                <a:spcPts val="0"/>
              </a:spcAft>
              <a:buSzPts val="1400"/>
              <a:buChar char="-"/>
            </a:pPr>
            <a:r>
              <a:rPr b="1" lang="de-DE"/>
              <a:t>Mapping</a:t>
            </a:r>
            <a:r>
              <a:rPr lang="de-DE"/>
              <a:t>: </a:t>
            </a:r>
            <a:r>
              <a:rPr lang="de-DE"/>
              <a:t>Siehe Syntax für Input CSV (Folie 12)</a:t>
            </a:r>
            <a:endParaRPr/>
          </a:p>
        </p:txBody>
      </p:sp>
      <p:sp>
        <p:nvSpPr>
          <p:cNvPr id="252" name="Google Shape;25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2" name="Google Shape;262;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2b124dccd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2b124dccd9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0" name="Google Shape;270;g32b124dccd9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8" name="Google Shape;27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p:cSld name="Titelfolie">
    <p:spTree>
      <p:nvGrpSpPr>
        <p:cNvPr id="12" name="Shape 12"/>
        <p:cNvGrpSpPr/>
        <p:nvPr/>
      </p:nvGrpSpPr>
      <p:grpSpPr>
        <a:xfrm>
          <a:off x="0" y="0"/>
          <a:ext cx="0" cy="0"/>
          <a:chOff x="0" y="0"/>
          <a:chExt cx="0" cy="0"/>
        </a:xfrm>
      </p:grpSpPr>
      <p:pic>
        <p:nvPicPr>
          <p:cNvPr descr="/Volumes/Daten/Uni_Leipzig/1_Corporate_Design/17_351_UniLE_MF_Aktualisierung CD-Handbuch/Grafik/Produktion/Datenvorlagen/_UniLE_MF_Marke/MF_Marke/180504_Medizinische_Fakultaet.jpg" id="13" name="Google Shape;13;p18"/>
          <p:cNvPicPr preferRelativeResize="0"/>
          <p:nvPr/>
        </p:nvPicPr>
        <p:blipFill rotWithShape="1">
          <a:blip r:embed="rId2">
            <a:alphaModFix/>
          </a:blip>
          <a:srcRect b="0" l="0" r="0" t="0"/>
          <a:stretch/>
        </p:blipFill>
        <p:spPr>
          <a:xfrm>
            <a:off x="-13094" y="19059"/>
            <a:ext cx="3401276" cy="1547998"/>
          </a:xfrm>
          <a:prstGeom prst="rect">
            <a:avLst/>
          </a:prstGeom>
          <a:noFill/>
          <a:ln>
            <a:noFill/>
          </a:ln>
        </p:spPr>
      </p:pic>
      <p:sp>
        <p:nvSpPr>
          <p:cNvPr id="14" name="Google Shape;14;p18"/>
          <p:cNvSpPr txBox="1"/>
          <p:nvPr>
            <p:ph type="ctrTitle"/>
          </p:nvPr>
        </p:nvSpPr>
        <p:spPr>
          <a:xfrm>
            <a:off x="295687" y="2078847"/>
            <a:ext cx="8092705" cy="1487313"/>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28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8"/>
          <p:cNvSpPr txBox="1"/>
          <p:nvPr>
            <p:ph idx="1" type="subTitle"/>
          </p:nvPr>
        </p:nvSpPr>
        <p:spPr>
          <a:xfrm>
            <a:off x="295687" y="1606876"/>
            <a:ext cx="6400800" cy="471971"/>
          </a:xfrm>
          <a:prstGeom prst="rect">
            <a:avLst/>
          </a:prstGeom>
          <a:noFill/>
          <a:ln>
            <a:noFill/>
          </a:ln>
        </p:spPr>
        <p:txBody>
          <a:bodyPr anchorCtr="0" anchor="b" bIns="45700" lIns="91425" spcFirstLastPara="1" rIns="91425" wrap="square" tIns="45700">
            <a:noAutofit/>
          </a:bodyPr>
          <a:lstStyle>
            <a:lvl1pPr lvl="0" algn="l">
              <a:spcBef>
                <a:spcPts val="360"/>
              </a:spcBef>
              <a:spcAft>
                <a:spcPts val="0"/>
              </a:spcAft>
              <a:buClr>
                <a:schemeClr val="dk1"/>
              </a:buClr>
              <a:buSzPts val="1800"/>
              <a:buNone/>
              <a:defRPr sz="1800">
                <a:solidFill>
                  <a:schemeClr val="dk1"/>
                </a:solidFill>
              </a:defRPr>
            </a:lvl1pPr>
            <a:lvl2pPr lvl="1" algn="ctr">
              <a:spcBef>
                <a:spcPts val="360"/>
              </a:spcBef>
              <a:spcAft>
                <a:spcPts val="0"/>
              </a:spcAft>
              <a:buClr>
                <a:srgbClr val="888888"/>
              </a:buClr>
              <a:buSzPts val="1800"/>
              <a:buNone/>
              <a:defRPr>
                <a:solidFill>
                  <a:srgbClr val="888888"/>
                </a:solidFill>
              </a:defRPr>
            </a:lvl2pPr>
            <a:lvl3pPr lvl="2" algn="ctr">
              <a:spcBef>
                <a:spcPts val="240"/>
              </a:spcBef>
              <a:spcAft>
                <a:spcPts val="0"/>
              </a:spcAft>
              <a:buClr>
                <a:srgbClr val="888888"/>
              </a:buClr>
              <a:buSzPts val="1200"/>
              <a:buNone/>
              <a:defRPr>
                <a:solidFill>
                  <a:srgbClr val="888888"/>
                </a:solidFill>
              </a:defRPr>
            </a:lvl3pPr>
            <a:lvl4pPr lvl="3" algn="ctr">
              <a:spcBef>
                <a:spcPts val="240"/>
              </a:spcBef>
              <a:spcAft>
                <a:spcPts val="0"/>
              </a:spcAft>
              <a:buClr>
                <a:srgbClr val="888888"/>
              </a:buClr>
              <a:buSzPts val="1200"/>
              <a:buNone/>
              <a:defRPr>
                <a:solidFill>
                  <a:srgbClr val="888888"/>
                </a:solidFill>
              </a:defRPr>
            </a:lvl4pPr>
            <a:lvl5pPr lvl="4" algn="ctr">
              <a:spcBef>
                <a:spcPts val="240"/>
              </a:spcBef>
              <a:spcAft>
                <a:spcPts val="0"/>
              </a:spcAft>
              <a:buClr>
                <a:srgbClr val="888888"/>
              </a:buClr>
              <a:buSzPts val="12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6" name="Google Shape;16;p18"/>
          <p:cNvSpPr/>
          <p:nvPr>
            <p:ph idx="2" type="pic"/>
          </p:nvPr>
        </p:nvSpPr>
        <p:spPr>
          <a:xfrm>
            <a:off x="295687" y="4439286"/>
            <a:ext cx="2098597" cy="517525"/>
          </a:xfrm>
          <a:prstGeom prst="rect">
            <a:avLst/>
          </a:prstGeom>
          <a:noFill/>
          <a:ln>
            <a:noFill/>
          </a:ln>
        </p:spPr>
      </p:sp>
      <p:sp>
        <p:nvSpPr>
          <p:cNvPr id="17" name="Google Shape;17;p18"/>
          <p:cNvSpPr/>
          <p:nvPr>
            <p:ph idx="3" type="pic"/>
          </p:nvPr>
        </p:nvSpPr>
        <p:spPr>
          <a:xfrm>
            <a:off x="2453698" y="4444369"/>
            <a:ext cx="2184476" cy="517525"/>
          </a:xfrm>
          <a:prstGeom prst="rect">
            <a:avLst/>
          </a:prstGeom>
          <a:noFill/>
          <a:ln>
            <a:noFill/>
          </a:ln>
        </p:spPr>
      </p:sp>
      <p:sp>
        <p:nvSpPr>
          <p:cNvPr id="18" name="Google Shape;18;p18"/>
          <p:cNvSpPr/>
          <p:nvPr/>
        </p:nvSpPr>
        <p:spPr>
          <a:xfrm rot="348924">
            <a:off x="8471146" y="-38043"/>
            <a:ext cx="956809" cy="5256635"/>
          </a:xfrm>
          <a:custGeom>
            <a:rect b="b" l="l" r="r" t="t"/>
            <a:pathLst>
              <a:path extrusionOk="0" h="5245637" w="781424">
                <a:moveTo>
                  <a:pt x="0" y="5245637"/>
                </a:moveTo>
                <a:lnTo>
                  <a:pt x="339503" y="0"/>
                </a:lnTo>
                <a:lnTo>
                  <a:pt x="781424" y="5149745"/>
                </a:lnTo>
                <a:lnTo>
                  <a:pt x="0" y="5245637"/>
                </a:lnTo>
                <a:close/>
              </a:path>
            </a:pathLst>
          </a:custGeom>
          <a:solidFill>
            <a:srgbClr val="008AC9"/>
          </a:solidFill>
          <a:ln cap="flat" cmpd="sng" w="9525">
            <a:solidFill>
              <a:srgbClr val="0087C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 name="Google Shape;19;p18"/>
          <p:cNvSpPr/>
          <p:nvPr/>
        </p:nvSpPr>
        <p:spPr>
          <a:xfrm flipH="1" rot="8241572">
            <a:off x="6280471" y="3669367"/>
            <a:ext cx="3546762" cy="2138528"/>
          </a:xfrm>
          <a:custGeom>
            <a:rect b="b" l="l" r="r" t="t"/>
            <a:pathLst>
              <a:path extrusionOk="0" h="2138528" w="3546762">
                <a:moveTo>
                  <a:pt x="0" y="2138528"/>
                </a:moveTo>
                <a:lnTo>
                  <a:pt x="2310704" y="0"/>
                </a:lnTo>
                <a:lnTo>
                  <a:pt x="3546762" y="1345944"/>
                </a:lnTo>
                <a:lnTo>
                  <a:pt x="0" y="2138528"/>
                </a:lnTo>
                <a:close/>
              </a:path>
            </a:pathLst>
          </a:custGeom>
          <a:solidFill>
            <a:srgbClr val="8AC2D1">
              <a:alpha val="49803"/>
            </a:srgbClr>
          </a:solidFill>
          <a:ln>
            <a:noFill/>
          </a:ln>
          <a:effectLst>
            <a:outerShdw sx="1000" rotWithShape="0" sy="10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elen Dank!">
  <p:cSld name="Vielen Dank!">
    <p:spTree>
      <p:nvGrpSpPr>
        <p:cNvPr id="20" name="Shape 20"/>
        <p:cNvGrpSpPr/>
        <p:nvPr/>
      </p:nvGrpSpPr>
      <p:grpSpPr>
        <a:xfrm>
          <a:off x="0" y="0"/>
          <a:ext cx="0" cy="0"/>
          <a:chOff x="0" y="0"/>
          <a:chExt cx="0" cy="0"/>
        </a:xfrm>
      </p:grpSpPr>
      <p:pic>
        <p:nvPicPr>
          <p:cNvPr id="21" name="Google Shape;21;p23"/>
          <p:cNvPicPr preferRelativeResize="0"/>
          <p:nvPr/>
        </p:nvPicPr>
        <p:blipFill rotWithShape="1">
          <a:blip r:embed="rId2">
            <a:alphaModFix/>
          </a:blip>
          <a:srcRect b="0" l="0" r="0" t="0"/>
          <a:stretch/>
        </p:blipFill>
        <p:spPr>
          <a:xfrm>
            <a:off x="0" y="5093"/>
            <a:ext cx="3429000" cy="1442376"/>
          </a:xfrm>
          <a:prstGeom prst="rect">
            <a:avLst/>
          </a:prstGeom>
          <a:noFill/>
          <a:ln>
            <a:noFill/>
          </a:ln>
        </p:spPr>
      </p:pic>
      <p:sp>
        <p:nvSpPr>
          <p:cNvPr id="22" name="Google Shape;22;p23"/>
          <p:cNvSpPr txBox="1"/>
          <p:nvPr>
            <p:ph type="ctrTitle"/>
          </p:nvPr>
        </p:nvSpPr>
        <p:spPr>
          <a:xfrm>
            <a:off x="365495" y="2078847"/>
            <a:ext cx="7984797" cy="562753"/>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2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3"/>
          <p:cNvSpPr txBox="1"/>
          <p:nvPr>
            <p:ph idx="1" type="body"/>
          </p:nvPr>
        </p:nvSpPr>
        <p:spPr>
          <a:xfrm>
            <a:off x="365495" y="2834640"/>
            <a:ext cx="4672172" cy="1847427"/>
          </a:xfrm>
          <a:prstGeom prst="rect">
            <a:avLst/>
          </a:prstGeom>
          <a:noFill/>
          <a:ln>
            <a:noFill/>
          </a:ln>
        </p:spPr>
        <p:txBody>
          <a:bodyPr anchorCtr="0" anchor="t" bIns="45700" lIns="91425" spcFirstLastPara="1" rIns="91425" wrap="square" tIns="45700">
            <a:noAutofit/>
          </a:bodyPr>
          <a:lstStyle>
            <a:lvl1pPr indent="-228600" lvl="0" marL="457200" algn="l">
              <a:spcBef>
                <a:spcPts val="220"/>
              </a:spcBef>
              <a:spcAft>
                <a:spcPts val="0"/>
              </a:spcAft>
              <a:buClr>
                <a:schemeClr val="dk1"/>
              </a:buClr>
              <a:buSzPts val="1100"/>
              <a:buNone/>
              <a:defRPr sz="1100">
                <a:solidFill>
                  <a:schemeClr val="dk1"/>
                </a:solidFill>
              </a:defRPr>
            </a:lvl1pPr>
            <a:lvl2pPr indent="-228600" lvl="1" marL="914400" algn="l">
              <a:spcBef>
                <a:spcPts val="220"/>
              </a:spcBef>
              <a:spcAft>
                <a:spcPts val="0"/>
              </a:spcAft>
              <a:buClr>
                <a:schemeClr val="dk1"/>
              </a:buClr>
              <a:buSzPts val="1100"/>
              <a:buNone/>
              <a:defRPr sz="1100">
                <a:solidFill>
                  <a:schemeClr val="dk1"/>
                </a:solidFill>
              </a:defRPr>
            </a:lvl2pPr>
            <a:lvl3pPr indent="-228600" lvl="2" marL="1371600" algn="l">
              <a:spcBef>
                <a:spcPts val="360"/>
              </a:spcBef>
              <a:spcAft>
                <a:spcPts val="0"/>
              </a:spcAft>
              <a:buClr>
                <a:schemeClr val="dk1"/>
              </a:buClr>
              <a:buSzPts val="1800"/>
              <a:buNone/>
              <a:defRPr sz="1800"/>
            </a:lvl3pPr>
            <a:lvl4pPr indent="-228600" lvl="3" marL="1828800" algn="l">
              <a:spcBef>
                <a:spcPts val="320"/>
              </a:spcBef>
              <a:spcAft>
                <a:spcPts val="0"/>
              </a:spcAft>
              <a:buClr>
                <a:schemeClr val="dk1"/>
              </a:buClr>
              <a:buSzPts val="1600"/>
              <a:buNone/>
              <a:defRPr sz="1600"/>
            </a:lvl4pPr>
            <a:lvl5pPr indent="-228600" lvl="4" marL="2286000" algn="l">
              <a:spcBef>
                <a:spcPts val="320"/>
              </a:spcBef>
              <a:spcAft>
                <a:spcPts val="0"/>
              </a:spcAft>
              <a:buClr>
                <a:schemeClr val="dk1"/>
              </a:buClr>
              <a:buSzPts val="1600"/>
              <a:buNone/>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pic>
        <p:nvPicPr>
          <p:cNvPr descr="/Volumes/Daten/Uni_Leipzig/1_Corporate_Design/17_351_UniLE_MF_Aktualisierung CD-Handbuch/Grafik/Produktion/Datenvorlagen/_UniLE_MF_Marke/MF_Marke/180504_Medizinische_Fakultaet.jpg" id="24" name="Google Shape;24;p23"/>
          <p:cNvPicPr preferRelativeResize="0"/>
          <p:nvPr/>
        </p:nvPicPr>
        <p:blipFill rotWithShape="1">
          <a:blip r:embed="rId3">
            <a:alphaModFix/>
          </a:blip>
          <a:srcRect b="0" l="0" r="0" t="0"/>
          <a:stretch/>
        </p:blipFill>
        <p:spPr>
          <a:xfrm>
            <a:off x="-13094" y="19059"/>
            <a:ext cx="3401276" cy="1547998"/>
          </a:xfrm>
          <a:prstGeom prst="rect">
            <a:avLst/>
          </a:prstGeom>
          <a:noFill/>
          <a:ln>
            <a:noFill/>
          </a:ln>
        </p:spPr>
      </p:pic>
      <p:sp>
        <p:nvSpPr>
          <p:cNvPr id="25" name="Google Shape;25;p23"/>
          <p:cNvSpPr/>
          <p:nvPr/>
        </p:nvSpPr>
        <p:spPr>
          <a:xfrm rot="348924">
            <a:off x="8471146" y="-38043"/>
            <a:ext cx="956809" cy="5256635"/>
          </a:xfrm>
          <a:custGeom>
            <a:rect b="b" l="l" r="r" t="t"/>
            <a:pathLst>
              <a:path extrusionOk="0" h="5245637" w="781424">
                <a:moveTo>
                  <a:pt x="0" y="5245637"/>
                </a:moveTo>
                <a:lnTo>
                  <a:pt x="339503" y="0"/>
                </a:lnTo>
                <a:lnTo>
                  <a:pt x="781424" y="5149745"/>
                </a:lnTo>
                <a:lnTo>
                  <a:pt x="0" y="5245637"/>
                </a:lnTo>
                <a:close/>
              </a:path>
            </a:pathLst>
          </a:custGeom>
          <a:solidFill>
            <a:srgbClr val="008AC9"/>
          </a:solidFill>
          <a:ln cap="flat" cmpd="sng" w="9525">
            <a:solidFill>
              <a:srgbClr val="0087C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 name="Google Shape;26;p23"/>
          <p:cNvSpPr/>
          <p:nvPr/>
        </p:nvSpPr>
        <p:spPr>
          <a:xfrm flipH="1" rot="8241572">
            <a:off x="6280471" y="3669367"/>
            <a:ext cx="3546762" cy="2138528"/>
          </a:xfrm>
          <a:custGeom>
            <a:rect b="b" l="l" r="r" t="t"/>
            <a:pathLst>
              <a:path extrusionOk="0" h="2138528" w="3546762">
                <a:moveTo>
                  <a:pt x="0" y="2138528"/>
                </a:moveTo>
                <a:lnTo>
                  <a:pt x="2310704" y="0"/>
                </a:lnTo>
                <a:lnTo>
                  <a:pt x="3546762" y="1345944"/>
                </a:lnTo>
                <a:lnTo>
                  <a:pt x="0" y="2138528"/>
                </a:lnTo>
                <a:close/>
              </a:path>
            </a:pathLst>
          </a:custGeom>
          <a:solidFill>
            <a:srgbClr val="8AC2D1">
              <a:alpha val="49803"/>
            </a:srgbClr>
          </a:solidFill>
          <a:ln>
            <a:noFill/>
          </a:ln>
          <a:effectLst>
            <a:outerShdw sx="1000" rotWithShape="0" sy="10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ischenfolie rechts">
  <p:cSld name="Zwischenfolie rechts">
    <p:spTree>
      <p:nvGrpSpPr>
        <p:cNvPr id="27" name="Shape 27"/>
        <p:cNvGrpSpPr/>
        <p:nvPr/>
      </p:nvGrpSpPr>
      <p:grpSpPr>
        <a:xfrm>
          <a:off x="0" y="0"/>
          <a:ext cx="0" cy="0"/>
          <a:chOff x="0" y="0"/>
          <a:chExt cx="0" cy="0"/>
        </a:xfrm>
      </p:grpSpPr>
      <p:sp>
        <p:nvSpPr>
          <p:cNvPr id="28" name="Google Shape;28;p24"/>
          <p:cNvSpPr txBox="1"/>
          <p:nvPr>
            <p:ph idx="1" type="body"/>
          </p:nvPr>
        </p:nvSpPr>
        <p:spPr>
          <a:xfrm>
            <a:off x="3501688" y="-5922"/>
            <a:ext cx="5654316" cy="5152775"/>
          </a:xfrm>
          <a:prstGeom prst="rect">
            <a:avLst/>
          </a:prstGeom>
          <a:solidFill>
            <a:schemeClr val="accent1"/>
          </a:solidFill>
          <a:ln>
            <a:noFill/>
          </a:ln>
        </p:spPr>
        <p:txBody>
          <a:bodyPr anchorCtr="0" anchor="t" bIns="45700" lIns="91425" spcFirstLastPara="1" rIns="91425" wrap="square" tIns="45700">
            <a:noAutofit/>
          </a:bodyPr>
          <a:lstStyle>
            <a:lvl1pPr indent="-228600" lvl="0" marL="457200" algn="l">
              <a:spcBef>
                <a:spcPts val="360"/>
              </a:spcBef>
              <a:spcAft>
                <a:spcPts val="0"/>
              </a:spcAft>
              <a:buSzPts val="1400"/>
              <a:buNone/>
              <a:defRPr/>
            </a:lvl1pPr>
            <a:lvl2pPr indent="-228600" lvl="1" marL="914400" algn="l">
              <a:spcBef>
                <a:spcPts val="360"/>
              </a:spcBef>
              <a:spcAft>
                <a:spcPts val="0"/>
              </a:spcAft>
              <a:buSzPts val="1400"/>
              <a:buNone/>
              <a:defRPr/>
            </a:lvl2pPr>
            <a:lvl3pPr indent="-228600" lvl="2" marL="1371600" algn="l">
              <a:spcBef>
                <a:spcPts val="360"/>
              </a:spcBef>
              <a:spcAft>
                <a:spcPts val="0"/>
              </a:spcAft>
              <a:buSzPts val="1400"/>
              <a:buNone/>
              <a:defRPr/>
            </a:lvl3pPr>
            <a:lvl4pPr indent="-228600" lvl="3" marL="1828800" algn="l">
              <a:spcBef>
                <a:spcPts val="240"/>
              </a:spcBef>
              <a:spcAft>
                <a:spcPts val="0"/>
              </a:spcAft>
              <a:buSzPts val="1400"/>
              <a:buNone/>
              <a:defRPr>
                <a:solidFill>
                  <a:schemeClr val="accent1"/>
                </a:solidFill>
              </a:defRPr>
            </a:lvl4pPr>
            <a:lvl5pPr indent="-228600" lvl="4" marL="2286000" algn="l">
              <a:spcBef>
                <a:spcPts val="360"/>
              </a:spcBef>
              <a:spcAft>
                <a:spcPts val="0"/>
              </a:spcAft>
              <a:buSzPts val="1400"/>
              <a:buNone/>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 name="Google Shape;29;p24"/>
          <p:cNvSpPr txBox="1"/>
          <p:nvPr>
            <p:ph idx="2" type="body"/>
          </p:nvPr>
        </p:nvSpPr>
        <p:spPr>
          <a:xfrm>
            <a:off x="4429719" y="-4153"/>
            <a:ext cx="4711557" cy="5154092"/>
          </a:xfrm>
          <a:prstGeom prst="rect">
            <a:avLst/>
          </a:prstGeom>
          <a:solidFill>
            <a:srgbClr val="8AC2D1">
              <a:alpha val="49803"/>
            </a:srgbClr>
          </a:solidFill>
          <a:ln>
            <a:noFill/>
          </a:ln>
        </p:spPr>
        <p:txBody>
          <a:bodyPr anchorCtr="0" anchor="t" bIns="45700" lIns="91425" spcFirstLastPara="1" rIns="91425" wrap="square" tIns="45700">
            <a:noAutofit/>
          </a:bodyPr>
          <a:lstStyle>
            <a:lvl1pPr indent="-228600" lvl="0" marL="457200" algn="l">
              <a:spcBef>
                <a:spcPts val="360"/>
              </a:spcBef>
              <a:spcAft>
                <a:spcPts val="0"/>
              </a:spcAft>
              <a:buSzPts val="1400"/>
              <a:buNone/>
              <a:defRPr/>
            </a:lvl1pPr>
            <a:lvl2pPr indent="-228600" lvl="1" marL="914400" algn="l">
              <a:spcBef>
                <a:spcPts val="360"/>
              </a:spcBef>
              <a:spcAft>
                <a:spcPts val="0"/>
              </a:spcAft>
              <a:buSzPts val="1400"/>
              <a:buNone/>
              <a:defRPr/>
            </a:lvl2pPr>
            <a:lvl3pPr indent="-228600" lvl="2" marL="1371600" algn="l">
              <a:spcBef>
                <a:spcPts val="360"/>
              </a:spcBef>
              <a:spcAft>
                <a:spcPts val="0"/>
              </a:spcAft>
              <a:buSzPts val="1400"/>
              <a:buNone/>
              <a:defRPr/>
            </a:lvl3pPr>
            <a:lvl4pPr indent="-228600" lvl="3" marL="1828800" algn="l">
              <a:spcBef>
                <a:spcPts val="240"/>
              </a:spcBef>
              <a:spcAft>
                <a:spcPts val="0"/>
              </a:spcAft>
              <a:buSzPts val="1400"/>
              <a:buNone/>
              <a:defRPr>
                <a:solidFill>
                  <a:srgbClr val="FF5451"/>
                </a:solidFill>
              </a:defRPr>
            </a:lvl4pPr>
            <a:lvl5pPr indent="-228600" lvl="4" marL="2286000" algn="l">
              <a:spcBef>
                <a:spcPts val="360"/>
              </a:spcBef>
              <a:spcAft>
                <a:spcPts val="0"/>
              </a:spcAft>
              <a:buSzPts val="1400"/>
              <a:buNone/>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24"/>
          <p:cNvSpPr txBox="1"/>
          <p:nvPr>
            <p:ph idx="3" type="body"/>
          </p:nvPr>
        </p:nvSpPr>
        <p:spPr>
          <a:xfrm>
            <a:off x="5113728" y="1066801"/>
            <a:ext cx="3562911" cy="350998"/>
          </a:xfrm>
          <a:prstGeom prst="rect">
            <a:avLst/>
          </a:prstGeom>
          <a:noFill/>
          <a:ln>
            <a:noFill/>
          </a:ln>
        </p:spPr>
        <p:txBody>
          <a:bodyPr anchorCtr="0" anchor="b" bIns="45700" lIns="91425" spcFirstLastPara="1" rIns="91425" wrap="square" tIns="45700">
            <a:noAutofit/>
          </a:bodyPr>
          <a:lstStyle>
            <a:lvl1pPr indent="-228600" lvl="0" marL="457200" algn="r">
              <a:spcBef>
                <a:spcPts val="360"/>
              </a:spcBef>
              <a:spcAft>
                <a:spcPts val="0"/>
              </a:spcAft>
              <a:buClr>
                <a:schemeClr val="lt1"/>
              </a:buClr>
              <a:buSzPts val="1800"/>
              <a:buNone/>
              <a:defRPr sz="1800">
                <a:solidFill>
                  <a:schemeClr val="lt1"/>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1" name="Google Shape;31;p24"/>
          <p:cNvSpPr/>
          <p:nvPr>
            <p:ph idx="4" type="pic"/>
          </p:nvPr>
        </p:nvSpPr>
        <p:spPr>
          <a:xfrm>
            <a:off x="-1" y="0"/>
            <a:ext cx="6115051" cy="5149939"/>
          </a:xfrm>
          <a:prstGeom prst="rect">
            <a:avLst/>
          </a:prstGeom>
          <a:noFill/>
          <a:ln>
            <a:noFill/>
          </a:ln>
        </p:spPr>
      </p:sp>
      <p:sp>
        <p:nvSpPr>
          <p:cNvPr id="32" name="Google Shape;32;p24"/>
          <p:cNvSpPr txBox="1"/>
          <p:nvPr>
            <p:ph type="title"/>
          </p:nvPr>
        </p:nvSpPr>
        <p:spPr>
          <a:xfrm>
            <a:off x="5113728" y="1447164"/>
            <a:ext cx="3562911" cy="220154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b="1" sz="2800" cap="none">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ischenfolie links">
  <p:cSld name="Zwischenfolie links">
    <p:spTree>
      <p:nvGrpSpPr>
        <p:cNvPr id="33" name="Shape 33"/>
        <p:cNvGrpSpPr/>
        <p:nvPr/>
      </p:nvGrpSpPr>
      <p:grpSpPr>
        <a:xfrm>
          <a:off x="0" y="0"/>
          <a:ext cx="0" cy="0"/>
          <a:chOff x="0" y="0"/>
          <a:chExt cx="0" cy="0"/>
        </a:xfrm>
      </p:grpSpPr>
      <p:sp>
        <p:nvSpPr>
          <p:cNvPr id="34" name="Google Shape;34;p25"/>
          <p:cNvSpPr txBox="1"/>
          <p:nvPr>
            <p:ph idx="1" type="body"/>
          </p:nvPr>
        </p:nvSpPr>
        <p:spPr>
          <a:xfrm flipH="1">
            <a:off x="-14439" y="-5922"/>
            <a:ext cx="5654316" cy="5152775"/>
          </a:xfrm>
          <a:prstGeom prst="rect">
            <a:avLst/>
          </a:prstGeom>
          <a:solidFill>
            <a:srgbClr val="008AC9"/>
          </a:solidFill>
          <a:ln>
            <a:noFill/>
          </a:ln>
        </p:spPr>
        <p:txBody>
          <a:bodyPr anchorCtr="0" anchor="t" bIns="45700" lIns="91425" spcFirstLastPara="1" rIns="91425" wrap="square" tIns="45700">
            <a:noAutofit/>
          </a:bodyPr>
          <a:lstStyle>
            <a:lvl1pPr indent="-228600" lvl="0" marL="457200" algn="l">
              <a:spcBef>
                <a:spcPts val="360"/>
              </a:spcBef>
              <a:spcAft>
                <a:spcPts val="0"/>
              </a:spcAft>
              <a:buSzPts val="1400"/>
              <a:buNone/>
              <a:defRPr/>
            </a:lvl1pPr>
            <a:lvl2pPr indent="-228600" lvl="1" marL="914400" algn="l">
              <a:spcBef>
                <a:spcPts val="360"/>
              </a:spcBef>
              <a:spcAft>
                <a:spcPts val="0"/>
              </a:spcAft>
              <a:buSzPts val="1400"/>
              <a:buNone/>
              <a:defRPr/>
            </a:lvl2pPr>
            <a:lvl3pPr indent="-228600" lvl="2" marL="1371600" algn="l">
              <a:spcBef>
                <a:spcPts val="360"/>
              </a:spcBef>
              <a:spcAft>
                <a:spcPts val="0"/>
              </a:spcAft>
              <a:buSzPts val="1400"/>
              <a:buNone/>
              <a:defRPr/>
            </a:lvl3pPr>
            <a:lvl4pPr indent="-228600" lvl="3" marL="1828800" algn="l">
              <a:spcBef>
                <a:spcPts val="240"/>
              </a:spcBef>
              <a:spcAft>
                <a:spcPts val="0"/>
              </a:spcAft>
              <a:buSzPts val="1400"/>
              <a:buNone/>
              <a:defRPr/>
            </a:lvl4pPr>
            <a:lvl5pPr indent="-228600" lvl="4" marL="2286000" algn="l">
              <a:spcBef>
                <a:spcPts val="360"/>
              </a:spcBef>
              <a:spcAft>
                <a:spcPts val="0"/>
              </a:spcAft>
              <a:buSzPts val="1400"/>
              <a:buNone/>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5" name="Google Shape;35;p25"/>
          <p:cNvSpPr txBox="1"/>
          <p:nvPr>
            <p:ph idx="2" type="body"/>
          </p:nvPr>
        </p:nvSpPr>
        <p:spPr>
          <a:xfrm flipH="1">
            <a:off x="-14439" y="-4153"/>
            <a:ext cx="4711557" cy="5154092"/>
          </a:xfrm>
          <a:prstGeom prst="rect">
            <a:avLst/>
          </a:prstGeom>
          <a:solidFill>
            <a:srgbClr val="8AC2D1">
              <a:alpha val="49803"/>
            </a:srgbClr>
          </a:solidFill>
          <a:ln>
            <a:noFill/>
          </a:ln>
        </p:spPr>
        <p:txBody>
          <a:bodyPr anchorCtr="0" anchor="t" bIns="45700" lIns="91425" spcFirstLastPara="1" rIns="91425" wrap="square" tIns="45700">
            <a:noAutofit/>
          </a:bodyPr>
          <a:lstStyle>
            <a:lvl1pPr indent="-228600" lvl="0" marL="457200" algn="l">
              <a:spcBef>
                <a:spcPts val="360"/>
              </a:spcBef>
              <a:spcAft>
                <a:spcPts val="0"/>
              </a:spcAft>
              <a:buSzPts val="1400"/>
              <a:buNone/>
              <a:defRPr/>
            </a:lvl1pPr>
            <a:lvl2pPr indent="-228600" lvl="1" marL="914400" algn="l">
              <a:spcBef>
                <a:spcPts val="360"/>
              </a:spcBef>
              <a:spcAft>
                <a:spcPts val="0"/>
              </a:spcAft>
              <a:buSzPts val="1400"/>
              <a:buNone/>
              <a:defRPr/>
            </a:lvl2pPr>
            <a:lvl3pPr indent="-228600" lvl="2" marL="1371600" algn="l">
              <a:spcBef>
                <a:spcPts val="360"/>
              </a:spcBef>
              <a:spcAft>
                <a:spcPts val="0"/>
              </a:spcAft>
              <a:buSzPts val="1400"/>
              <a:buNone/>
              <a:defRPr/>
            </a:lvl3pPr>
            <a:lvl4pPr indent="-228600" lvl="3" marL="1828800" algn="l">
              <a:spcBef>
                <a:spcPts val="240"/>
              </a:spcBef>
              <a:spcAft>
                <a:spcPts val="0"/>
              </a:spcAft>
              <a:buSzPts val="1400"/>
              <a:buNone/>
              <a:defRPr/>
            </a:lvl4pPr>
            <a:lvl5pPr indent="-228600" lvl="4" marL="2286000" algn="l">
              <a:spcBef>
                <a:spcPts val="360"/>
              </a:spcBef>
              <a:spcAft>
                <a:spcPts val="0"/>
              </a:spcAft>
              <a:buSzPts val="1400"/>
              <a:buNone/>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6" name="Google Shape;36;p25"/>
          <p:cNvSpPr txBox="1"/>
          <p:nvPr>
            <p:ph idx="3" type="body"/>
          </p:nvPr>
        </p:nvSpPr>
        <p:spPr>
          <a:xfrm>
            <a:off x="471878" y="1066801"/>
            <a:ext cx="3562911" cy="350998"/>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Clr>
                <a:schemeClr val="lt1"/>
              </a:buClr>
              <a:buSzPts val="1800"/>
              <a:buNone/>
              <a:defRPr sz="1800">
                <a:solidFill>
                  <a:schemeClr val="lt1"/>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7" name="Google Shape;37;p25"/>
          <p:cNvSpPr/>
          <p:nvPr>
            <p:ph idx="4" type="pic"/>
          </p:nvPr>
        </p:nvSpPr>
        <p:spPr>
          <a:xfrm>
            <a:off x="2711450" y="0"/>
            <a:ext cx="6432551" cy="5149939"/>
          </a:xfrm>
          <a:prstGeom prst="rect">
            <a:avLst/>
          </a:prstGeom>
          <a:noFill/>
          <a:ln>
            <a:noFill/>
          </a:ln>
        </p:spPr>
      </p:sp>
      <p:sp>
        <p:nvSpPr>
          <p:cNvPr id="38" name="Google Shape;38;p25"/>
          <p:cNvSpPr txBox="1"/>
          <p:nvPr>
            <p:ph type="title"/>
          </p:nvPr>
        </p:nvSpPr>
        <p:spPr>
          <a:xfrm>
            <a:off x="471878" y="1447164"/>
            <a:ext cx="3562911" cy="220154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2800" cap="none">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ischenfolie ohne Bild">
  <p:cSld name="Zwischenfolie ohne Bild">
    <p:spTree>
      <p:nvGrpSpPr>
        <p:cNvPr id="39" name="Shape 39"/>
        <p:cNvGrpSpPr/>
        <p:nvPr/>
      </p:nvGrpSpPr>
      <p:grpSpPr>
        <a:xfrm>
          <a:off x="0" y="0"/>
          <a:ext cx="0" cy="0"/>
          <a:chOff x="0" y="0"/>
          <a:chExt cx="0" cy="0"/>
        </a:xfrm>
      </p:grpSpPr>
      <p:sp>
        <p:nvSpPr>
          <p:cNvPr id="40" name="Google Shape;40;p26"/>
          <p:cNvSpPr txBox="1"/>
          <p:nvPr>
            <p:ph type="ctrTitle"/>
          </p:nvPr>
        </p:nvSpPr>
        <p:spPr>
          <a:xfrm>
            <a:off x="257588" y="2078847"/>
            <a:ext cx="6400800" cy="1487313"/>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2800">
                <a:solidFill>
                  <a:srgbClr val="262A3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6"/>
          <p:cNvSpPr txBox="1"/>
          <p:nvPr>
            <p:ph idx="1" type="subTitle"/>
          </p:nvPr>
        </p:nvSpPr>
        <p:spPr>
          <a:xfrm>
            <a:off x="257587" y="1740092"/>
            <a:ext cx="6400800" cy="338755"/>
          </a:xfrm>
          <a:prstGeom prst="rect">
            <a:avLst/>
          </a:prstGeom>
          <a:noFill/>
          <a:ln>
            <a:noFill/>
          </a:ln>
        </p:spPr>
        <p:txBody>
          <a:bodyPr anchorCtr="0" anchor="t" bIns="45700" lIns="91425" spcFirstLastPara="1" rIns="91425" wrap="square" tIns="45700">
            <a:noAutofit/>
          </a:bodyPr>
          <a:lstStyle>
            <a:lvl1pPr lvl="0" algn="l">
              <a:spcBef>
                <a:spcPts val="360"/>
              </a:spcBef>
              <a:spcAft>
                <a:spcPts val="0"/>
              </a:spcAft>
              <a:buClr>
                <a:srgbClr val="262A31"/>
              </a:buClr>
              <a:buSzPts val="1800"/>
              <a:buNone/>
              <a:defRPr sz="1800">
                <a:solidFill>
                  <a:srgbClr val="262A31"/>
                </a:solidFill>
              </a:defRPr>
            </a:lvl1pPr>
            <a:lvl2pPr lvl="1" algn="ctr">
              <a:spcBef>
                <a:spcPts val="360"/>
              </a:spcBef>
              <a:spcAft>
                <a:spcPts val="0"/>
              </a:spcAft>
              <a:buClr>
                <a:srgbClr val="888888"/>
              </a:buClr>
              <a:buSzPts val="1800"/>
              <a:buNone/>
              <a:defRPr>
                <a:solidFill>
                  <a:srgbClr val="888888"/>
                </a:solidFill>
              </a:defRPr>
            </a:lvl2pPr>
            <a:lvl3pPr lvl="2" algn="ctr">
              <a:spcBef>
                <a:spcPts val="240"/>
              </a:spcBef>
              <a:spcAft>
                <a:spcPts val="0"/>
              </a:spcAft>
              <a:buClr>
                <a:srgbClr val="888888"/>
              </a:buClr>
              <a:buSzPts val="1200"/>
              <a:buNone/>
              <a:defRPr>
                <a:solidFill>
                  <a:srgbClr val="888888"/>
                </a:solidFill>
              </a:defRPr>
            </a:lvl3pPr>
            <a:lvl4pPr lvl="3" algn="ctr">
              <a:spcBef>
                <a:spcPts val="240"/>
              </a:spcBef>
              <a:spcAft>
                <a:spcPts val="0"/>
              </a:spcAft>
              <a:buClr>
                <a:srgbClr val="888888"/>
              </a:buClr>
              <a:buSzPts val="1200"/>
              <a:buNone/>
              <a:defRPr>
                <a:solidFill>
                  <a:srgbClr val="888888"/>
                </a:solidFill>
              </a:defRPr>
            </a:lvl4pPr>
            <a:lvl5pPr lvl="4" algn="ctr">
              <a:spcBef>
                <a:spcPts val="240"/>
              </a:spcBef>
              <a:spcAft>
                <a:spcPts val="0"/>
              </a:spcAft>
              <a:buClr>
                <a:srgbClr val="888888"/>
              </a:buClr>
              <a:buSzPts val="12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cxnSp>
        <p:nvCxnSpPr>
          <p:cNvPr id="42" name="Google Shape;42;p26"/>
          <p:cNvCxnSpPr/>
          <p:nvPr/>
        </p:nvCxnSpPr>
        <p:spPr>
          <a:xfrm>
            <a:off x="457200" y="4713670"/>
            <a:ext cx="5731459" cy="0"/>
          </a:xfrm>
          <a:prstGeom prst="straightConnector1">
            <a:avLst/>
          </a:prstGeom>
          <a:noFill/>
          <a:ln cap="flat" cmpd="sng" w="9525">
            <a:solidFill>
              <a:srgbClr val="79B2D4"/>
            </a:solidFill>
            <a:prstDash val="solid"/>
            <a:round/>
            <a:headEnd len="sm" w="sm" type="none"/>
            <a:tailEnd len="sm" w="sm" type="none"/>
          </a:ln>
        </p:spPr>
      </p:cxnSp>
      <p:pic>
        <p:nvPicPr>
          <p:cNvPr id="43" name="Google Shape;43;p26"/>
          <p:cNvPicPr preferRelativeResize="0"/>
          <p:nvPr/>
        </p:nvPicPr>
        <p:blipFill rotWithShape="1">
          <a:blip r:embed="rId2">
            <a:alphaModFix/>
          </a:blip>
          <a:srcRect b="0" l="0" r="0" t="0"/>
          <a:stretch/>
        </p:blipFill>
        <p:spPr>
          <a:xfrm>
            <a:off x="457200" y="4769366"/>
            <a:ext cx="547323" cy="324000"/>
          </a:xfrm>
          <a:prstGeom prst="rect">
            <a:avLst/>
          </a:prstGeom>
          <a:noFill/>
          <a:ln>
            <a:noFill/>
          </a:ln>
        </p:spPr>
      </p:pic>
      <p:sp>
        <p:nvSpPr>
          <p:cNvPr id="44" name="Google Shape;44;p26"/>
          <p:cNvSpPr txBox="1"/>
          <p:nvPr>
            <p:ph idx="2" type="body"/>
          </p:nvPr>
        </p:nvSpPr>
        <p:spPr>
          <a:xfrm>
            <a:off x="5873903" y="7674"/>
            <a:ext cx="3368168" cy="5148188"/>
          </a:xfrm>
          <a:prstGeom prst="rect">
            <a:avLst/>
          </a:prstGeom>
          <a:solidFill>
            <a:srgbClr val="008AC9"/>
          </a:solidFill>
          <a:ln>
            <a:noFill/>
          </a:ln>
        </p:spPr>
        <p:txBody>
          <a:bodyPr anchorCtr="0" anchor="t" bIns="45700" lIns="91425" spcFirstLastPara="1" rIns="91425" wrap="square" tIns="45700">
            <a:noAutofit/>
          </a:bodyPr>
          <a:lstStyle>
            <a:lvl1pPr indent="-228600" lvl="0" marL="457200" algn="l">
              <a:spcBef>
                <a:spcPts val="360"/>
              </a:spcBef>
              <a:spcAft>
                <a:spcPts val="0"/>
              </a:spcAft>
              <a:buSzPts val="1400"/>
              <a:buNone/>
              <a:defRPr/>
            </a:lvl1pPr>
            <a:lvl2pPr indent="-228600" lvl="1" marL="914400" algn="l">
              <a:spcBef>
                <a:spcPts val="360"/>
              </a:spcBef>
              <a:spcAft>
                <a:spcPts val="0"/>
              </a:spcAft>
              <a:buSzPts val="1400"/>
              <a:buNone/>
              <a:defRPr/>
            </a:lvl2pPr>
            <a:lvl3pPr indent="-228600" lvl="2" marL="1371600" algn="l">
              <a:spcBef>
                <a:spcPts val="360"/>
              </a:spcBef>
              <a:spcAft>
                <a:spcPts val="0"/>
              </a:spcAft>
              <a:buSzPts val="1400"/>
              <a:buNone/>
              <a:defRPr/>
            </a:lvl3pPr>
            <a:lvl4pPr indent="-228600" lvl="3" marL="1828800" algn="l">
              <a:spcBef>
                <a:spcPts val="240"/>
              </a:spcBef>
              <a:spcAft>
                <a:spcPts val="0"/>
              </a:spcAft>
              <a:buSzPts val="1400"/>
              <a:buNone/>
              <a:defRPr>
                <a:solidFill>
                  <a:schemeClr val="accent1"/>
                </a:solidFill>
              </a:defRPr>
            </a:lvl4pPr>
            <a:lvl5pPr indent="-228600" lvl="4" marL="2286000" algn="l">
              <a:spcBef>
                <a:spcPts val="360"/>
              </a:spcBef>
              <a:spcAft>
                <a:spcPts val="0"/>
              </a:spcAft>
              <a:buSzPts val="1400"/>
              <a:buNone/>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5" name="Google Shape;45;p26"/>
          <p:cNvSpPr txBox="1"/>
          <p:nvPr>
            <p:ph idx="3" type="body"/>
          </p:nvPr>
        </p:nvSpPr>
        <p:spPr>
          <a:xfrm>
            <a:off x="6247991" y="1769"/>
            <a:ext cx="4711557" cy="5154092"/>
          </a:xfrm>
          <a:prstGeom prst="rect">
            <a:avLst/>
          </a:prstGeom>
          <a:solidFill>
            <a:srgbClr val="8AC2D1">
              <a:alpha val="49803"/>
            </a:srgbClr>
          </a:solidFill>
          <a:ln>
            <a:noFill/>
          </a:ln>
        </p:spPr>
        <p:txBody>
          <a:bodyPr anchorCtr="0" anchor="t" bIns="45700" lIns="91425" spcFirstLastPara="1" rIns="91425" wrap="square" tIns="45700">
            <a:noAutofit/>
          </a:bodyPr>
          <a:lstStyle>
            <a:lvl1pPr indent="-228600" lvl="0" marL="457200" algn="l">
              <a:spcBef>
                <a:spcPts val="360"/>
              </a:spcBef>
              <a:spcAft>
                <a:spcPts val="0"/>
              </a:spcAft>
              <a:buSzPts val="1400"/>
              <a:buNone/>
              <a:defRPr/>
            </a:lvl1pPr>
            <a:lvl2pPr indent="-228600" lvl="1" marL="914400" algn="l">
              <a:spcBef>
                <a:spcPts val="360"/>
              </a:spcBef>
              <a:spcAft>
                <a:spcPts val="0"/>
              </a:spcAft>
              <a:buSzPts val="1400"/>
              <a:buNone/>
              <a:defRPr/>
            </a:lvl2pPr>
            <a:lvl3pPr indent="-228600" lvl="2" marL="1371600" algn="l">
              <a:spcBef>
                <a:spcPts val="360"/>
              </a:spcBef>
              <a:spcAft>
                <a:spcPts val="0"/>
              </a:spcAft>
              <a:buSzPts val="1400"/>
              <a:buNone/>
              <a:defRPr/>
            </a:lvl3pPr>
            <a:lvl4pPr indent="-228600" lvl="3" marL="1828800" algn="l">
              <a:spcBef>
                <a:spcPts val="240"/>
              </a:spcBef>
              <a:spcAft>
                <a:spcPts val="0"/>
              </a:spcAft>
              <a:buSzPts val="1400"/>
              <a:buNone/>
              <a:defRPr>
                <a:solidFill>
                  <a:srgbClr val="FF5451"/>
                </a:solidFill>
              </a:defRPr>
            </a:lvl4pPr>
            <a:lvl5pPr indent="-228600" lvl="4" marL="2286000" algn="l">
              <a:spcBef>
                <a:spcPts val="360"/>
              </a:spcBef>
              <a:spcAft>
                <a:spcPts val="0"/>
              </a:spcAft>
              <a:buSzPts val="1400"/>
              <a:buNone/>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formatfüllend)">
  <p:cSld name="Bild (formatfüllend)">
    <p:spTree>
      <p:nvGrpSpPr>
        <p:cNvPr id="46" name="Shape 46"/>
        <p:cNvGrpSpPr/>
        <p:nvPr/>
      </p:nvGrpSpPr>
      <p:grpSpPr>
        <a:xfrm>
          <a:off x="0" y="0"/>
          <a:ext cx="0" cy="0"/>
          <a:chOff x="0" y="0"/>
          <a:chExt cx="0" cy="0"/>
        </a:xfrm>
      </p:grpSpPr>
      <p:sp>
        <p:nvSpPr>
          <p:cNvPr id="47" name="Google Shape;47;p27"/>
          <p:cNvSpPr/>
          <p:nvPr>
            <p:ph idx="2" type="pic"/>
          </p:nvPr>
        </p:nvSpPr>
        <p:spPr>
          <a:xfrm>
            <a:off x="8468" y="8468"/>
            <a:ext cx="9135532" cy="5135032"/>
          </a:xfrm>
          <a:prstGeom prst="rect">
            <a:avLst/>
          </a:prstGeom>
          <a:noFill/>
          <a:ln>
            <a:noFill/>
          </a:ln>
        </p:spPr>
      </p:sp>
      <p:sp>
        <p:nvSpPr>
          <p:cNvPr id="48" name="Google Shape;48;p27"/>
          <p:cNvSpPr txBox="1"/>
          <p:nvPr>
            <p:ph idx="1" type="body"/>
          </p:nvPr>
        </p:nvSpPr>
        <p:spPr>
          <a:xfrm>
            <a:off x="5873903" y="7674"/>
            <a:ext cx="3368168" cy="5148188"/>
          </a:xfrm>
          <a:prstGeom prst="rect">
            <a:avLst/>
          </a:prstGeom>
          <a:solidFill>
            <a:srgbClr val="008AC9"/>
          </a:solidFill>
          <a:ln>
            <a:noFill/>
          </a:ln>
        </p:spPr>
        <p:txBody>
          <a:bodyPr anchorCtr="0" anchor="t" bIns="45700" lIns="91425" spcFirstLastPara="1" rIns="91425" wrap="square" tIns="45700">
            <a:noAutofit/>
          </a:bodyPr>
          <a:lstStyle>
            <a:lvl1pPr indent="-228600" lvl="0" marL="457200" algn="l">
              <a:spcBef>
                <a:spcPts val="360"/>
              </a:spcBef>
              <a:spcAft>
                <a:spcPts val="0"/>
              </a:spcAft>
              <a:buSzPts val="1400"/>
              <a:buNone/>
              <a:defRPr/>
            </a:lvl1pPr>
            <a:lvl2pPr indent="-228600" lvl="1" marL="914400" algn="l">
              <a:spcBef>
                <a:spcPts val="360"/>
              </a:spcBef>
              <a:spcAft>
                <a:spcPts val="0"/>
              </a:spcAft>
              <a:buSzPts val="1400"/>
              <a:buNone/>
              <a:defRPr/>
            </a:lvl2pPr>
            <a:lvl3pPr indent="-228600" lvl="2" marL="1371600" algn="l">
              <a:spcBef>
                <a:spcPts val="360"/>
              </a:spcBef>
              <a:spcAft>
                <a:spcPts val="0"/>
              </a:spcAft>
              <a:buSzPts val="1400"/>
              <a:buNone/>
              <a:defRPr/>
            </a:lvl3pPr>
            <a:lvl4pPr indent="-228600" lvl="3" marL="1828800" algn="l">
              <a:spcBef>
                <a:spcPts val="240"/>
              </a:spcBef>
              <a:spcAft>
                <a:spcPts val="0"/>
              </a:spcAft>
              <a:buSzPts val="1400"/>
              <a:buNone/>
              <a:defRPr>
                <a:solidFill>
                  <a:schemeClr val="accent1"/>
                </a:solidFill>
              </a:defRPr>
            </a:lvl4pPr>
            <a:lvl5pPr indent="-228600" lvl="4" marL="2286000" algn="l">
              <a:spcBef>
                <a:spcPts val="360"/>
              </a:spcBef>
              <a:spcAft>
                <a:spcPts val="0"/>
              </a:spcAft>
              <a:buSzPts val="1400"/>
              <a:buNone/>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9" name="Google Shape;49;p27"/>
          <p:cNvSpPr txBox="1"/>
          <p:nvPr>
            <p:ph idx="3" type="body"/>
          </p:nvPr>
        </p:nvSpPr>
        <p:spPr>
          <a:xfrm>
            <a:off x="6247991" y="1769"/>
            <a:ext cx="4711557" cy="5154092"/>
          </a:xfrm>
          <a:prstGeom prst="rect">
            <a:avLst/>
          </a:prstGeom>
          <a:solidFill>
            <a:srgbClr val="8AC2D1">
              <a:alpha val="49803"/>
            </a:srgbClr>
          </a:solidFill>
          <a:ln>
            <a:noFill/>
          </a:ln>
        </p:spPr>
        <p:txBody>
          <a:bodyPr anchorCtr="0" anchor="t" bIns="45700" lIns="91425" spcFirstLastPara="1" rIns="91425" wrap="square" tIns="45700">
            <a:noAutofit/>
          </a:bodyPr>
          <a:lstStyle>
            <a:lvl1pPr indent="-228600" lvl="0" marL="457200" algn="l">
              <a:spcBef>
                <a:spcPts val="360"/>
              </a:spcBef>
              <a:spcAft>
                <a:spcPts val="0"/>
              </a:spcAft>
              <a:buSzPts val="1400"/>
              <a:buNone/>
              <a:defRPr/>
            </a:lvl1pPr>
            <a:lvl2pPr indent="-228600" lvl="1" marL="914400" algn="l">
              <a:spcBef>
                <a:spcPts val="360"/>
              </a:spcBef>
              <a:spcAft>
                <a:spcPts val="0"/>
              </a:spcAft>
              <a:buSzPts val="1400"/>
              <a:buNone/>
              <a:defRPr/>
            </a:lvl2pPr>
            <a:lvl3pPr indent="-228600" lvl="2" marL="1371600" algn="l">
              <a:spcBef>
                <a:spcPts val="360"/>
              </a:spcBef>
              <a:spcAft>
                <a:spcPts val="0"/>
              </a:spcAft>
              <a:buSzPts val="1400"/>
              <a:buNone/>
              <a:defRPr/>
            </a:lvl3pPr>
            <a:lvl4pPr indent="-228600" lvl="3" marL="1828800" algn="l">
              <a:spcBef>
                <a:spcPts val="240"/>
              </a:spcBef>
              <a:spcAft>
                <a:spcPts val="0"/>
              </a:spcAft>
              <a:buSzPts val="1400"/>
              <a:buNone/>
              <a:defRPr>
                <a:solidFill>
                  <a:srgbClr val="FF5451"/>
                </a:solidFill>
              </a:defRPr>
            </a:lvl4pPr>
            <a:lvl5pPr indent="-228600" lvl="4" marL="2286000" algn="l">
              <a:spcBef>
                <a:spcPts val="360"/>
              </a:spcBef>
              <a:spcAft>
                <a:spcPts val="0"/>
              </a:spcAft>
              <a:buSzPts val="1400"/>
              <a:buNone/>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ohne Untertitel">
  <p:cSld name="Titel und Inhalt ohne Untertitel">
    <p:spTree>
      <p:nvGrpSpPr>
        <p:cNvPr id="56" name="Shape 56"/>
        <p:cNvGrpSpPr/>
        <p:nvPr/>
      </p:nvGrpSpPr>
      <p:grpSpPr>
        <a:xfrm>
          <a:off x="0" y="0"/>
          <a:ext cx="0" cy="0"/>
          <a:chOff x="0" y="0"/>
          <a:chExt cx="0" cy="0"/>
        </a:xfrm>
      </p:grpSpPr>
      <p:sp>
        <p:nvSpPr>
          <p:cNvPr id="57" name="Google Shape;57;p20"/>
          <p:cNvSpPr txBox="1"/>
          <p:nvPr>
            <p:ph type="title"/>
          </p:nvPr>
        </p:nvSpPr>
        <p:spPr>
          <a:xfrm>
            <a:off x="457200" y="304799"/>
            <a:ext cx="8234363" cy="75882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2pPr>
            <a:lvl3pPr lvl="2"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3pPr>
            <a:lvl4pPr lvl="3"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4pPr>
            <a:lvl5pPr lvl="4"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6pPr>
            <a:lvl7pPr lvl="6"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7pPr>
            <a:lvl8pPr lvl="7"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8pPr>
            <a:lvl9pPr lvl="8"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9pPr>
          </a:lstStyle>
          <a:p/>
        </p:txBody>
      </p:sp>
      <p:sp>
        <p:nvSpPr>
          <p:cNvPr id="58" name="Google Shape;58;p20"/>
          <p:cNvSpPr txBox="1"/>
          <p:nvPr>
            <p:ph idx="1" type="body"/>
          </p:nvPr>
        </p:nvSpPr>
        <p:spPr>
          <a:xfrm>
            <a:off x="457200" y="1223492"/>
            <a:ext cx="8234363" cy="3379199"/>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rgbClr val="D8413E"/>
              </a:buClr>
              <a:buSzPts val="1800"/>
              <a:buFont typeface="Noto Sans Symbols"/>
              <a:buChar char="−"/>
              <a:defRPr b="0" i="0" sz="1800" u="none" cap="none" strike="noStrike">
                <a:solidFill>
                  <a:schemeClr val="dk1"/>
                </a:solidFill>
                <a:latin typeface="Arial"/>
                <a:ea typeface="Arial"/>
                <a:cs typeface="Arial"/>
                <a:sym typeface="Arial"/>
              </a:defRPr>
            </a:lvl1pPr>
            <a:lvl2pPr indent="-330200" lvl="1" marL="914400" marR="0" rtl="0" algn="l">
              <a:spcBef>
                <a:spcPts val="320"/>
              </a:spcBef>
              <a:spcAft>
                <a:spcPts val="0"/>
              </a:spcAft>
              <a:buClr>
                <a:srgbClr val="D8413E"/>
              </a:buClr>
              <a:buSzPts val="1600"/>
              <a:buFont typeface="Noto Sans Symbols"/>
              <a:buChar char="−"/>
              <a:defRPr b="0" i="0" sz="1600" u="none" cap="none" strike="noStrike">
                <a:solidFill>
                  <a:schemeClr val="dk1"/>
                </a:solidFill>
                <a:latin typeface="Arial"/>
                <a:ea typeface="Arial"/>
                <a:cs typeface="Arial"/>
                <a:sym typeface="Arial"/>
              </a:defRPr>
            </a:lvl2pPr>
            <a:lvl3pPr indent="-330200" lvl="2" marL="1371600" marR="0" rtl="0" algn="l">
              <a:spcBef>
                <a:spcPts val="320"/>
              </a:spcBef>
              <a:spcAft>
                <a:spcPts val="0"/>
              </a:spcAft>
              <a:buClr>
                <a:srgbClr val="D8413E"/>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rgbClr val="D8413E"/>
              </a:buClr>
              <a:buSzPts val="1600"/>
              <a:buFont typeface="Noto Sans Symbols"/>
              <a:buChar char="−"/>
              <a:defRPr b="0" i="0" sz="1600" u="none" cap="none" strike="noStrike">
                <a:solidFill>
                  <a:schemeClr val="dk1"/>
                </a:solidFill>
                <a:latin typeface="Arial"/>
                <a:ea typeface="Arial"/>
                <a:cs typeface="Arial"/>
                <a:sym typeface="Arial"/>
              </a:defRPr>
            </a:lvl4pPr>
            <a:lvl5pPr indent="-330200" lvl="4" marL="2286000" marR="0" rtl="0" algn="l">
              <a:spcBef>
                <a:spcPts val="320"/>
              </a:spcBef>
              <a:spcAft>
                <a:spcPts val="0"/>
              </a:spcAft>
              <a:buClr>
                <a:srgbClr val="D8413E"/>
              </a:buClr>
              <a:buSzPts val="1600"/>
              <a:buFont typeface="Noto Sans Symbols"/>
              <a:buChar char="−"/>
              <a:defRPr b="0" i="0" sz="16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9" name="Google Shape;59;p20"/>
          <p:cNvSpPr txBox="1"/>
          <p:nvPr>
            <p:ph idx="12" type="sldNum"/>
          </p:nvPr>
        </p:nvSpPr>
        <p:spPr>
          <a:xfrm>
            <a:off x="7948613" y="4879075"/>
            <a:ext cx="742950" cy="204716"/>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1pPr>
            <a:lvl2pPr indent="0" lvl="1"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2pPr>
            <a:lvl3pPr indent="0" lvl="2"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3pPr>
            <a:lvl4pPr indent="0" lvl="3"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4pPr>
            <a:lvl5pPr indent="0" lvl="4"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5pPr>
            <a:lvl6pPr indent="0" lvl="5"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6pPr>
            <a:lvl7pPr indent="0" lvl="6"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7pPr>
            <a:lvl8pPr indent="0" lvl="7"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8pPr>
            <a:lvl9pPr indent="0" lvl="8"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mit Untertitel">
  <p:cSld name="Titel und Inhalt mit Untertitel">
    <p:spTree>
      <p:nvGrpSpPr>
        <p:cNvPr id="60" name="Shape 60"/>
        <p:cNvGrpSpPr/>
        <p:nvPr/>
      </p:nvGrpSpPr>
      <p:grpSpPr>
        <a:xfrm>
          <a:off x="0" y="0"/>
          <a:ext cx="0" cy="0"/>
          <a:chOff x="0" y="0"/>
          <a:chExt cx="0" cy="0"/>
        </a:xfrm>
      </p:grpSpPr>
      <p:sp>
        <p:nvSpPr>
          <p:cNvPr id="61" name="Google Shape;61;p21"/>
          <p:cNvSpPr txBox="1"/>
          <p:nvPr>
            <p:ph type="title"/>
          </p:nvPr>
        </p:nvSpPr>
        <p:spPr>
          <a:xfrm>
            <a:off x="457200" y="304799"/>
            <a:ext cx="8234363" cy="75882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2pPr>
            <a:lvl3pPr lvl="2"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3pPr>
            <a:lvl4pPr lvl="3"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4pPr>
            <a:lvl5pPr lvl="4"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6pPr>
            <a:lvl7pPr lvl="6"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7pPr>
            <a:lvl8pPr lvl="7"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8pPr>
            <a:lvl9pPr lvl="8"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9pPr>
          </a:lstStyle>
          <a:p/>
        </p:txBody>
      </p:sp>
      <p:sp>
        <p:nvSpPr>
          <p:cNvPr id="62" name="Google Shape;62;p21"/>
          <p:cNvSpPr txBox="1"/>
          <p:nvPr>
            <p:ph idx="1" type="body"/>
          </p:nvPr>
        </p:nvSpPr>
        <p:spPr>
          <a:xfrm>
            <a:off x="457200" y="1617134"/>
            <a:ext cx="8234363" cy="2985558"/>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rgbClr val="D8413E"/>
              </a:buClr>
              <a:buSzPts val="1800"/>
              <a:buFont typeface="Noto Sans Symbols"/>
              <a:buChar char="−"/>
              <a:defRPr b="0" i="0" sz="1800" u="none" cap="none" strike="noStrike">
                <a:solidFill>
                  <a:schemeClr val="dk1"/>
                </a:solidFill>
                <a:latin typeface="Arial"/>
                <a:ea typeface="Arial"/>
                <a:cs typeface="Arial"/>
                <a:sym typeface="Arial"/>
              </a:defRPr>
            </a:lvl1pPr>
            <a:lvl2pPr indent="-330200" lvl="1" marL="914400" marR="0" rtl="0" algn="l">
              <a:spcBef>
                <a:spcPts val="320"/>
              </a:spcBef>
              <a:spcAft>
                <a:spcPts val="0"/>
              </a:spcAft>
              <a:buClr>
                <a:srgbClr val="D8413E"/>
              </a:buClr>
              <a:buSzPts val="1600"/>
              <a:buFont typeface="Noto Sans Symbols"/>
              <a:buChar char="−"/>
              <a:defRPr b="0" i="0" sz="1600" u="none" cap="none" strike="noStrike">
                <a:solidFill>
                  <a:schemeClr val="dk1"/>
                </a:solidFill>
                <a:latin typeface="Arial"/>
                <a:ea typeface="Arial"/>
                <a:cs typeface="Arial"/>
                <a:sym typeface="Arial"/>
              </a:defRPr>
            </a:lvl2pPr>
            <a:lvl3pPr indent="-330200" lvl="2" marL="1371600" marR="0" rtl="0" algn="l">
              <a:spcBef>
                <a:spcPts val="320"/>
              </a:spcBef>
              <a:spcAft>
                <a:spcPts val="0"/>
              </a:spcAft>
              <a:buClr>
                <a:srgbClr val="D8413E"/>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rgbClr val="D8413E"/>
              </a:buClr>
              <a:buSzPts val="1600"/>
              <a:buFont typeface="Noto Sans Symbols"/>
              <a:buChar char="−"/>
              <a:defRPr b="0" i="0" sz="1600" u="none" cap="none" strike="noStrike">
                <a:solidFill>
                  <a:schemeClr val="dk1"/>
                </a:solidFill>
                <a:latin typeface="Arial"/>
                <a:ea typeface="Arial"/>
                <a:cs typeface="Arial"/>
                <a:sym typeface="Arial"/>
              </a:defRPr>
            </a:lvl4pPr>
            <a:lvl5pPr indent="-330200" lvl="4" marL="2286000" marR="0" rtl="0" algn="l">
              <a:spcBef>
                <a:spcPts val="320"/>
              </a:spcBef>
              <a:spcAft>
                <a:spcPts val="0"/>
              </a:spcAft>
              <a:buClr>
                <a:srgbClr val="D8413E"/>
              </a:buClr>
              <a:buSzPts val="1600"/>
              <a:buFont typeface="Noto Sans Symbols"/>
              <a:buChar char="−"/>
              <a:defRPr b="0" i="0" sz="16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63" name="Google Shape;63;p21"/>
          <p:cNvSpPr txBox="1"/>
          <p:nvPr>
            <p:ph idx="2" type="body"/>
          </p:nvPr>
        </p:nvSpPr>
        <p:spPr>
          <a:xfrm>
            <a:off x="457200" y="1125940"/>
            <a:ext cx="8234363" cy="377740"/>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280"/>
              </a:spcBef>
              <a:spcAft>
                <a:spcPts val="0"/>
              </a:spcAft>
              <a:buSzPts val="1400"/>
              <a:buNone/>
              <a:defRPr b="0" i="0" sz="14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800" u="none" cap="none" strike="noStrike">
                <a:solidFill>
                  <a:schemeClr val="dk1"/>
                </a:solidFill>
                <a:latin typeface="Arial"/>
                <a:ea typeface="Arial"/>
                <a:cs typeface="Arial"/>
                <a:sym typeface="Arial"/>
              </a:defRPr>
            </a:lvl2pPr>
            <a:lvl3pPr indent="-228600" lvl="2" marL="1371600" marR="0" rtl="0" algn="l">
              <a:spcBef>
                <a:spcPts val="24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24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240"/>
              </a:spcBef>
              <a:spcAft>
                <a:spcPts val="0"/>
              </a:spcAft>
              <a:buSzPts val="1400"/>
              <a:buNone/>
              <a:defRPr b="0" i="0" sz="12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64" name="Google Shape;64;p21"/>
          <p:cNvSpPr txBox="1"/>
          <p:nvPr>
            <p:ph idx="12" type="sldNum"/>
          </p:nvPr>
        </p:nvSpPr>
        <p:spPr>
          <a:xfrm>
            <a:off x="7948613" y="4879075"/>
            <a:ext cx="742950" cy="204716"/>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1pPr>
            <a:lvl2pPr indent="0" lvl="1"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2pPr>
            <a:lvl3pPr indent="0" lvl="2"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3pPr>
            <a:lvl4pPr indent="0" lvl="3"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4pPr>
            <a:lvl5pPr indent="0" lvl="4"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5pPr>
            <a:lvl6pPr indent="0" lvl="5"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6pPr>
            <a:lvl7pPr indent="0" lvl="6"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7pPr>
            <a:lvl8pPr indent="0" lvl="7"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8pPr>
            <a:lvl9pPr indent="0" lvl="8"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extLst>
    <p:ext uri="{DCECCB84-F9BA-43D5-87BE-67443E8EF086}">
      <p15:sldGuideLst>
        <p15:guide id="1" orient="horz" pos="316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 2 Blöcke">
  <p:cSld name="Titel und Inhalt - 2 Blöcke">
    <p:spTree>
      <p:nvGrpSpPr>
        <p:cNvPr id="65" name="Shape 65"/>
        <p:cNvGrpSpPr/>
        <p:nvPr/>
      </p:nvGrpSpPr>
      <p:grpSpPr>
        <a:xfrm>
          <a:off x="0" y="0"/>
          <a:ext cx="0" cy="0"/>
          <a:chOff x="0" y="0"/>
          <a:chExt cx="0" cy="0"/>
        </a:xfrm>
      </p:grpSpPr>
      <p:sp>
        <p:nvSpPr>
          <p:cNvPr id="66" name="Google Shape;66;p22"/>
          <p:cNvSpPr txBox="1"/>
          <p:nvPr>
            <p:ph type="title"/>
          </p:nvPr>
        </p:nvSpPr>
        <p:spPr>
          <a:xfrm>
            <a:off x="457200" y="304797"/>
            <a:ext cx="8229600" cy="75882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2pPr>
            <a:lvl3pPr lvl="2"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3pPr>
            <a:lvl4pPr lvl="3"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4pPr>
            <a:lvl5pPr lvl="4"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6pPr>
            <a:lvl7pPr lvl="6"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7pPr>
            <a:lvl8pPr lvl="7"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8pPr>
            <a:lvl9pPr lvl="8"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9pPr>
          </a:lstStyle>
          <a:p/>
        </p:txBody>
      </p:sp>
      <p:sp>
        <p:nvSpPr>
          <p:cNvPr id="67" name="Google Shape;67;p22"/>
          <p:cNvSpPr txBox="1"/>
          <p:nvPr>
            <p:ph idx="1" type="body"/>
          </p:nvPr>
        </p:nvSpPr>
        <p:spPr>
          <a:xfrm>
            <a:off x="457200" y="1617133"/>
            <a:ext cx="3952240" cy="2977092"/>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rgbClr val="D8413E"/>
              </a:buClr>
              <a:buSzPts val="1800"/>
              <a:buFont typeface="Noto Sans Symbols"/>
              <a:buChar char="−"/>
              <a:defRPr b="0" i="0" sz="1800" u="none" cap="none" strike="noStrike">
                <a:solidFill>
                  <a:schemeClr val="dk1"/>
                </a:solidFill>
                <a:latin typeface="Arial"/>
                <a:ea typeface="Arial"/>
                <a:cs typeface="Arial"/>
                <a:sym typeface="Arial"/>
              </a:defRPr>
            </a:lvl1pPr>
            <a:lvl2pPr indent="-330200" lvl="1" marL="914400" marR="0" rtl="0" algn="l">
              <a:spcBef>
                <a:spcPts val="320"/>
              </a:spcBef>
              <a:spcAft>
                <a:spcPts val="0"/>
              </a:spcAft>
              <a:buClr>
                <a:srgbClr val="D8413E"/>
              </a:buClr>
              <a:buSzPts val="1600"/>
              <a:buFont typeface="Noto Sans Symbols"/>
              <a:buChar char="−"/>
              <a:defRPr b="0" i="0" sz="1600" u="none" cap="none" strike="noStrike">
                <a:solidFill>
                  <a:schemeClr val="dk1"/>
                </a:solidFill>
                <a:latin typeface="Arial"/>
                <a:ea typeface="Arial"/>
                <a:cs typeface="Arial"/>
                <a:sym typeface="Arial"/>
              </a:defRPr>
            </a:lvl2pPr>
            <a:lvl3pPr indent="-330200" lvl="2" marL="1371600" marR="0" rtl="0" algn="l">
              <a:spcBef>
                <a:spcPts val="320"/>
              </a:spcBef>
              <a:spcAft>
                <a:spcPts val="0"/>
              </a:spcAft>
              <a:buClr>
                <a:srgbClr val="D8413E"/>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rgbClr val="D8413E"/>
              </a:buClr>
              <a:buSzPts val="1600"/>
              <a:buFont typeface="Noto Sans Symbols"/>
              <a:buChar char="−"/>
              <a:defRPr b="0" i="0" sz="1600" u="none" cap="none" strike="noStrike">
                <a:solidFill>
                  <a:schemeClr val="dk1"/>
                </a:solidFill>
                <a:latin typeface="Arial"/>
                <a:ea typeface="Arial"/>
                <a:cs typeface="Arial"/>
                <a:sym typeface="Arial"/>
              </a:defRPr>
            </a:lvl4pPr>
            <a:lvl5pPr indent="-330200" lvl="4" marL="2286000" marR="0" rtl="0" algn="l">
              <a:spcBef>
                <a:spcPts val="320"/>
              </a:spcBef>
              <a:spcAft>
                <a:spcPts val="0"/>
              </a:spcAft>
              <a:buClr>
                <a:srgbClr val="D8413E"/>
              </a:buClr>
              <a:buSzPts val="1600"/>
              <a:buFont typeface="Noto Sans Symbols"/>
              <a:buChar char="−"/>
              <a:defRPr b="0" i="0" sz="16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68" name="Google Shape;68;p22"/>
          <p:cNvSpPr txBox="1"/>
          <p:nvPr>
            <p:ph idx="2" type="body"/>
          </p:nvPr>
        </p:nvSpPr>
        <p:spPr>
          <a:xfrm>
            <a:off x="457200" y="1139588"/>
            <a:ext cx="8229600" cy="36409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280"/>
              </a:spcBef>
              <a:spcAft>
                <a:spcPts val="0"/>
              </a:spcAft>
              <a:buSzPts val="1400"/>
              <a:buNone/>
              <a:defRPr b="0" i="0" sz="14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800" u="none" cap="none" strike="noStrike">
                <a:solidFill>
                  <a:schemeClr val="dk1"/>
                </a:solidFill>
                <a:latin typeface="Arial"/>
                <a:ea typeface="Arial"/>
                <a:cs typeface="Arial"/>
                <a:sym typeface="Arial"/>
              </a:defRPr>
            </a:lvl2pPr>
            <a:lvl3pPr indent="-228600" lvl="2" marL="1371600" marR="0" rtl="0" algn="l">
              <a:spcBef>
                <a:spcPts val="24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24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240"/>
              </a:spcBef>
              <a:spcAft>
                <a:spcPts val="0"/>
              </a:spcAft>
              <a:buSzPts val="1400"/>
              <a:buNone/>
              <a:defRPr b="0" i="0" sz="12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69" name="Google Shape;69;p22"/>
          <p:cNvSpPr txBox="1"/>
          <p:nvPr>
            <p:ph idx="3" type="body"/>
          </p:nvPr>
        </p:nvSpPr>
        <p:spPr>
          <a:xfrm>
            <a:off x="4724400" y="1617133"/>
            <a:ext cx="3962400" cy="2977092"/>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rgbClr val="D8413E"/>
              </a:buClr>
              <a:buSzPts val="1800"/>
              <a:buFont typeface="Noto Sans Symbols"/>
              <a:buChar char="−"/>
              <a:defRPr b="0" i="0" sz="1800" u="none" cap="none" strike="noStrike">
                <a:solidFill>
                  <a:schemeClr val="dk1"/>
                </a:solidFill>
                <a:latin typeface="Arial"/>
                <a:ea typeface="Arial"/>
                <a:cs typeface="Arial"/>
                <a:sym typeface="Arial"/>
              </a:defRPr>
            </a:lvl1pPr>
            <a:lvl2pPr indent="-330200" lvl="1" marL="914400" marR="0" rtl="0" algn="l">
              <a:spcBef>
                <a:spcPts val="320"/>
              </a:spcBef>
              <a:spcAft>
                <a:spcPts val="0"/>
              </a:spcAft>
              <a:buClr>
                <a:srgbClr val="D8413E"/>
              </a:buClr>
              <a:buSzPts val="1600"/>
              <a:buFont typeface="Noto Sans Symbols"/>
              <a:buChar char="−"/>
              <a:defRPr b="0" i="0" sz="1600" u="none" cap="none" strike="noStrike">
                <a:solidFill>
                  <a:schemeClr val="dk1"/>
                </a:solidFill>
                <a:latin typeface="Arial"/>
                <a:ea typeface="Arial"/>
                <a:cs typeface="Arial"/>
                <a:sym typeface="Arial"/>
              </a:defRPr>
            </a:lvl2pPr>
            <a:lvl3pPr indent="-330200" lvl="2" marL="1371600" marR="0" rtl="0" algn="l">
              <a:spcBef>
                <a:spcPts val="320"/>
              </a:spcBef>
              <a:spcAft>
                <a:spcPts val="0"/>
              </a:spcAft>
              <a:buClr>
                <a:srgbClr val="D8413E"/>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rgbClr val="D8413E"/>
              </a:buClr>
              <a:buSzPts val="1600"/>
              <a:buFont typeface="Noto Sans Symbols"/>
              <a:buChar char="−"/>
              <a:defRPr b="0" i="0" sz="1600" u="none" cap="none" strike="noStrike">
                <a:solidFill>
                  <a:schemeClr val="dk1"/>
                </a:solidFill>
                <a:latin typeface="Arial"/>
                <a:ea typeface="Arial"/>
                <a:cs typeface="Arial"/>
                <a:sym typeface="Arial"/>
              </a:defRPr>
            </a:lvl4pPr>
            <a:lvl5pPr indent="-330200" lvl="4" marL="2286000" marR="0" rtl="0" algn="l">
              <a:spcBef>
                <a:spcPts val="320"/>
              </a:spcBef>
              <a:spcAft>
                <a:spcPts val="0"/>
              </a:spcAft>
              <a:buClr>
                <a:srgbClr val="D8413E"/>
              </a:buClr>
              <a:buSzPts val="1600"/>
              <a:buFont typeface="Noto Sans Symbols"/>
              <a:buChar char="−"/>
              <a:defRPr b="0" i="0" sz="16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70" name="Google Shape;70;p22"/>
          <p:cNvSpPr txBox="1"/>
          <p:nvPr>
            <p:ph idx="12" type="sldNum"/>
          </p:nvPr>
        </p:nvSpPr>
        <p:spPr>
          <a:xfrm>
            <a:off x="7948613" y="4879075"/>
            <a:ext cx="742950" cy="204716"/>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1pPr>
            <a:lvl2pPr indent="0" lvl="1"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2pPr>
            <a:lvl3pPr indent="0" lvl="2"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3pPr>
            <a:lvl4pPr indent="0" lvl="3"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4pPr>
            <a:lvl5pPr indent="0" lvl="4"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5pPr>
            <a:lvl6pPr indent="0" lvl="5"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6pPr>
            <a:lvl7pPr indent="0" lvl="6"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7pPr>
            <a:lvl8pPr indent="0" lvl="7"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8pPr>
            <a:lvl9pPr indent="0" lvl="8"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mit Bildunterschrift">
  <p:cSld name="Bild mit Bildunterschrift">
    <p:spTree>
      <p:nvGrpSpPr>
        <p:cNvPr id="71" name="Shape 71"/>
        <p:cNvGrpSpPr/>
        <p:nvPr/>
      </p:nvGrpSpPr>
      <p:grpSpPr>
        <a:xfrm>
          <a:off x="0" y="0"/>
          <a:ext cx="0" cy="0"/>
          <a:chOff x="0" y="0"/>
          <a:chExt cx="0" cy="0"/>
        </a:xfrm>
      </p:grpSpPr>
      <p:sp>
        <p:nvSpPr>
          <p:cNvPr id="72" name="Google Shape;72;p28"/>
          <p:cNvSpPr txBox="1"/>
          <p:nvPr>
            <p:ph type="title"/>
          </p:nvPr>
        </p:nvSpPr>
        <p:spPr>
          <a:xfrm>
            <a:off x="457200" y="304797"/>
            <a:ext cx="8229600" cy="75882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2pPr>
            <a:lvl3pPr lvl="2"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3pPr>
            <a:lvl4pPr lvl="3"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4pPr>
            <a:lvl5pPr lvl="4"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6pPr>
            <a:lvl7pPr lvl="6"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7pPr>
            <a:lvl8pPr lvl="7"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8pPr>
            <a:lvl9pPr lvl="8"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9pPr>
          </a:lstStyle>
          <a:p/>
        </p:txBody>
      </p:sp>
      <p:sp>
        <p:nvSpPr>
          <p:cNvPr id="73" name="Google Shape;73;p28"/>
          <p:cNvSpPr/>
          <p:nvPr>
            <p:ph idx="2" type="pic"/>
          </p:nvPr>
        </p:nvSpPr>
        <p:spPr>
          <a:xfrm>
            <a:off x="457200" y="1243691"/>
            <a:ext cx="8229600" cy="3057375"/>
          </a:xfrm>
          <a:prstGeom prst="rect">
            <a:avLst/>
          </a:prstGeom>
          <a:noFill/>
          <a:ln>
            <a:noFill/>
          </a:ln>
        </p:spPr>
      </p:sp>
      <p:sp>
        <p:nvSpPr>
          <p:cNvPr id="74" name="Google Shape;74;p28"/>
          <p:cNvSpPr txBox="1"/>
          <p:nvPr>
            <p:ph idx="1" type="body"/>
          </p:nvPr>
        </p:nvSpPr>
        <p:spPr>
          <a:xfrm>
            <a:off x="457200" y="4368811"/>
            <a:ext cx="8229600" cy="330196"/>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200"/>
              </a:spcBef>
              <a:spcAft>
                <a:spcPts val="0"/>
              </a:spcAft>
              <a:buClr>
                <a:srgbClr val="D8413E"/>
              </a:buClr>
              <a:buSzPts val="1000"/>
              <a:buFont typeface="Noto Sans Symbols"/>
              <a:buNone/>
              <a:defRPr b="0" i="0" sz="1000" u="none" cap="none" strike="noStrike">
                <a:solidFill>
                  <a:srgbClr val="7F7F7F"/>
                </a:solidFill>
                <a:latin typeface="Arial"/>
                <a:ea typeface="Arial"/>
                <a:cs typeface="Arial"/>
                <a:sym typeface="Arial"/>
              </a:defRPr>
            </a:lvl1pPr>
            <a:lvl2pPr indent="-304800" lvl="1" marL="9144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75" name="Google Shape;75;p28"/>
          <p:cNvSpPr txBox="1"/>
          <p:nvPr>
            <p:ph idx="12" type="sldNum"/>
          </p:nvPr>
        </p:nvSpPr>
        <p:spPr>
          <a:xfrm>
            <a:off x="7948613" y="4879075"/>
            <a:ext cx="742950" cy="204716"/>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1pPr>
            <a:lvl2pPr indent="0" lvl="1"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2pPr>
            <a:lvl3pPr indent="0" lvl="2"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3pPr>
            <a:lvl4pPr indent="0" lvl="3"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4pPr>
            <a:lvl5pPr indent="0" lvl="4"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5pPr>
            <a:lvl6pPr indent="0" lvl="5"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6pPr>
            <a:lvl7pPr indent="0" lvl="6"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7pPr>
            <a:lvl8pPr indent="0" lvl="7"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8pPr>
            <a:lvl9pPr indent="0" lvl="8"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elle">
  <p:cSld name="Tabelle">
    <p:spTree>
      <p:nvGrpSpPr>
        <p:cNvPr id="76" name="Shape 76"/>
        <p:cNvGrpSpPr/>
        <p:nvPr/>
      </p:nvGrpSpPr>
      <p:grpSpPr>
        <a:xfrm>
          <a:off x="0" y="0"/>
          <a:ext cx="0" cy="0"/>
          <a:chOff x="0" y="0"/>
          <a:chExt cx="0" cy="0"/>
        </a:xfrm>
      </p:grpSpPr>
      <p:sp>
        <p:nvSpPr>
          <p:cNvPr id="77" name="Google Shape;77;p29"/>
          <p:cNvSpPr txBox="1"/>
          <p:nvPr>
            <p:ph type="title"/>
          </p:nvPr>
        </p:nvSpPr>
        <p:spPr>
          <a:xfrm>
            <a:off x="457200" y="304797"/>
            <a:ext cx="8229600" cy="75882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2pPr>
            <a:lvl3pPr lvl="2"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3pPr>
            <a:lvl4pPr lvl="3"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4pPr>
            <a:lvl5pPr lvl="4"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6pPr>
            <a:lvl7pPr lvl="6"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7pPr>
            <a:lvl8pPr lvl="7"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8pPr>
            <a:lvl9pPr lvl="8"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9pPr>
          </a:lstStyle>
          <a:p/>
        </p:txBody>
      </p:sp>
      <p:sp>
        <p:nvSpPr>
          <p:cNvPr id="78" name="Google Shape;78;p29"/>
          <p:cNvSpPr txBox="1"/>
          <p:nvPr>
            <p:ph idx="1" type="body"/>
          </p:nvPr>
        </p:nvSpPr>
        <p:spPr>
          <a:xfrm>
            <a:off x="457200" y="4368811"/>
            <a:ext cx="8229600" cy="330196"/>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00"/>
              </a:spcBef>
              <a:spcAft>
                <a:spcPts val="0"/>
              </a:spcAft>
              <a:buClr>
                <a:srgbClr val="D8413E"/>
              </a:buClr>
              <a:buSzPts val="1000"/>
              <a:buFont typeface="Noto Sans Symbols"/>
              <a:buNone/>
              <a:defRPr b="0" i="0" sz="1000" u="none" cap="none" strike="noStrike">
                <a:solidFill>
                  <a:srgbClr val="7F7F7F"/>
                </a:solidFill>
                <a:latin typeface="Arial"/>
                <a:ea typeface="Arial"/>
                <a:cs typeface="Arial"/>
                <a:sym typeface="Arial"/>
              </a:defRPr>
            </a:lvl1pPr>
            <a:lvl2pPr indent="-304800" lvl="1" marL="9144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79" name="Google Shape;79;p29"/>
          <p:cNvSpPr/>
          <p:nvPr>
            <p:ph idx="2" type="tbl"/>
          </p:nvPr>
        </p:nvSpPr>
        <p:spPr>
          <a:xfrm>
            <a:off x="457200" y="1597677"/>
            <a:ext cx="8234363" cy="269293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0" name="Google Shape;80;p29"/>
          <p:cNvSpPr txBox="1"/>
          <p:nvPr>
            <p:ph idx="3" type="body"/>
          </p:nvPr>
        </p:nvSpPr>
        <p:spPr>
          <a:xfrm>
            <a:off x="457200" y="1141828"/>
            <a:ext cx="8229600" cy="36185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280"/>
              </a:spcBef>
              <a:spcAft>
                <a:spcPts val="0"/>
              </a:spcAft>
              <a:buSzPts val="1400"/>
              <a:buNone/>
              <a:defRPr b="0" i="0" sz="14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800" u="none" cap="none" strike="noStrike">
                <a:solidFill>
                  <a:schemeClr val="dk1"/>
                </a:solidFill>
                <a:latin typeface="Arial"/>
                <a:ea typeface="Arial"/>
                <a:cs typeface="Arial"/>
                <a:sym typeface="Arial"/>
              </a:defRPr>
            </a:lvl2pPr>
            <a:lvl3pPr indent="-228600" lvl="2" marL="1371600" marR="0" rtl="0" algn="l">
              <a:spcBef>
                <a:spcPts val="24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24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240"/>
              </a:spcBef>
              <a:spcAft>
                <a:spcPts val="0"/>
              </a:spcAft>
              <a:buSzPts val="1400"/>
              <a:buNone/>
              <a:defRPr b="0" i="0" sz="12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1" name="Google Shape;81;p29"/>
          <p:cNvSpPr txBox="1"/>
          <p:nvPr>
            <p:ph idx="12" type="sldNum"/>
          </p:nvPr>
        </p:nvSpPr>
        <p:spPr>
          <a:xfrm>
            <a:off x="7948613" y="4879075"/>
            <a:ext cx="742950" cy="204716"/>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1pPr>
            <a:lvl2pPr indent="0" lvl="1"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2pPr>
            <a:lvl3pPr indent="0" lvl="2"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3pPr>
            <a:lvl4pPr indent="0" lvl="3"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4pPr>
            <a:lvl5pPr indent="0" lvl="4"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5pPr>
            <a:lvl6pPr indent="0" lvl="5"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6pPr>
            <a:lvl7pPr indent="0" lvl="6"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7pPr>
            <a:lvl8pPr indent="0" lvl="7"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8pPr>
            <a:lvl9pPr indent="0" lvl="8"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Diagramm">
  <p:cSld name="1 Diagramm">
    <p:spTree>
      <p:nvGrpSpPr>
        <p:cNvPr id="82" name="Shape 82"/>
        <p:cNvGrpSpPr/>
        <p:nvPr/>
      </p:nvGrpSpPr>
      <p:grpSpPr>
        <a:xfrm>
          <a:off x="0" y="0"/>
          <a:ext cx="0" cy="0"/>
          <a:chOff x="0" y="0"/>
          <a:chExt cx="0" cy="0"/>
        </a:xfrm>
      </p:grpSpPr>
      <p:sp>
        <p:nvSpPr>
          <p:cNvPr id="83" name="Google Shape;83;p30"/>
          <p:cNvSpPr txBox="1"/>
          <p:nvPr>
            <p:ph type="title"/>
          </p:nvPr>
        </p:nvSpPr>
        <p:spPr>
          <a:xfrm>
            <a:off x="457200" y="304797"/>
            <a:ext cx="8229600" cy="75882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2pPr>
            <a:lvl3pPr lvl="2"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3pPr>
            <a:lvl4pPr lvl="3"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4pPr>
            <a:lvl5pPr lvl="4"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6pPr>
            <a:lvl7pPr lvl="6"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7pPr>
            <a:lvl8pPr lvl="7"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8pPr>
            <a:lvl9pPr lvl="8"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9pPr>
          </a:lstStyle>
          <a:p/>
        </p:txBody>
      </p:sp>
      <p:sp>
        <p:nvSpPr>
          <p:cNvPr id="84" name="Google Shape;84;p30"/>
          <p:cNvSpPr txBox="1"/>
          <p:nvPr>
            <p:ph idx="1" type="body"/>
          </p:nvPr>
        </p:nvSpPr>
        <p:spPr>
          <a:xfrm>
            <a:off x="457200" y="4368811"/>
            <a:ext cx="8229600" cy="330196"/>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00"/>
              </a:spcBef>
              <a:spcAft>
                <a:spcPts val="0"/>
              </a:spcAft>
              <a:buClr>
                <a:srgbClr val="D8413E"/>
              </a:buClr>
              <a:buSzPts val="1000"/>
              <a:buFont typeface="Noto Sans Symbols"/>
              <a:buNone/>
              <a:defRPr b="0" i="0" sz="1000" u="none" cap="none" strike="noStrike">
                <a:solidFill>
                  <a:srgbClr val="7F7F7F"/>
                </a:solidFill>
                <a:latin typeface="Arial"/>
                <a:ea typeface="Arial"/>
                <a:cs typeface="Arial"/>
                <a:sym typeface="Arial"/>
              </a:defRPr>
            </a:lvl1pPr>
            <a:lvl2pPr indent="-304800" lvl="1" marL="9144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5" name="Google Shape;85;p30"/>
          <p:cNvSpPr/>
          <p:nvPr>
            <p:ph idx="2" type="chart"/>
          </p:nvPr>
        </p:nvSpPr>
        <p:spPr>
          <a:xfrm>
            <a:off x="457200" y="1229028"/>
            <a:ext cx="8229600" cy="3061228"/>
          </a:xfrm>
          <a:prstGeom prst="rect">
            <a:avLst/>
          </a:prstGeom>
          <a:noFill/>
          <a:ln>
            <a:noFill/>
          </a:ln>
        </p:spPr>
        <p:txBody>
          <a:bodyPr anchorCtr="0" anchor="t" bIns="45700" lIns="91425" spcFirstLastPara="1" rIns="91425" wrap="square" tIns="45700">
            <a:normAutofit/>
          </a:bodyPr>
          <a:lstStyle>
            <a:lvl1pPr lvl="0" marR="0" rtl="0" algn="l">
              <a:spcBef>
                <a:spcPts val="240"/>
              </a:spcBef>
              <a:spcAft>
                <a:spcPts val="0"/>
              </a:spcAft>
              <a:buSzPts val="1400"/>
              <a:buNone/>
              <a:defRPr b="0" i="0" sz="1200" u="none" cap="none" strike="noStrike">
                <a:solidFill>
                  <a:srgbClr val="262A31"/>
                </a:solidFill>
                <a:latin typeface="Arial"/>
                <a:ea typeface="Arial"/>
                <a:cs typeface="Arial"/>
                <a:sym typeface="Arial"/>
              </a:defRPr>
            </a:lvl1pPr>
            <a:lvl2pPr lvl="1" marR="0" rtl="0" algn="l">
              <a:spcBef>
                <a:spcPts val="36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240"/>
              </a:spcBef>
              <a:spcAft>
                <a:spcPts val="0"/>
              </a:spcAft>
              <a:buSzPts val="1400"/>
              <a:buNone/>
              <a:defRPr b="0" i="0" sz="1200" u="none" cap="none" strike="noStrike">
                <a:solidFill>
                  <a:schemeClr val="dk1"/>
                </a:solidFill>
                <a:latin typeface="Arial"/>
                <a:ea typeface="Arial"/>
                <a:cs typeface="Arial"/>
                <a:sym typeface="Arial"/>
              </a:defRPr>
            </a:lvl3pPr>
            <a:lvl4pPr lvl="3" marR="0" rtl="0" algn="l">
              <a:spcBef>
                <a:spcPts val="240"/>
              </a:spcBef>
              <a:spcAft>
                <a:spcPts val="0"/>
              </a:spcAft>
              <a:buSzPts val="1400"/>
              <a:buNone/>
              <a:defRPr b="0" i="0" sz="1200" u="none" cap="none" strike="noStrike">
                <a:solidFill>
                  <a:schemeClr val="dk1"/>
                </a:solidFill>
                <a:latin typeface="Arial"/>
                <a:ea typeface="Arial"/>
                <a:cs typeface="Arial"/>
                <a:sym typeface="Arial"/>
              </a:defRPr>
            </a:lvl4pPr>
            <a:lvl5pPr lvl="4" marR="0" rtl="0" algn="l">
              <a:spcBef>
                <a:spcPts val="240"/>
              </a:spcBef>
              <a:spcAft>
                <a:spcPts val="0"/>
              </a:spcAft>
              <a:buSzPts val="1400"/>
              <a:buNone/>
              <a:defRPr b="0" i="0" sz="1200" u="none" cap="none" strike="noStrike">
                <a:solidFill>
                  <a:schemeClr val="dk1"/>
                </a:solidFill>
                <a:latin typeface="Arial"/>
                <a:ea typeface="Arial"/>
                <a:cs typeface="Arial"/>
                <a:sym typeface="Arial"/>
              </a:defRPr>
            </a:lvl5pPr>
            <a:lvl6pPr lvl="5"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cxnSp>
        <p:nvCxnSpPr>
          <p:cNvPr id="86" name="Google Shape;86;p30"/>
          <p:cNvCxnSpPr/>
          <p:nvPr/>
        </p:nvCxnSpPr>
        <p:spPr>
          <a:xfrm>
            <a:off x="457200" y="4713670"/>
            <a:ext cx="8229600" cy="0"/>
          </a:xfrm>
          <a:prstGeom prst="straightConnector1">
            <a:avLst/>
          </a:prstGeom>
          <a:noFill/>
          <a:ln cap="flat" cmpd="sng" w="9525">
            <a:solidFill>
              <a:srgbClr val="79B2D4"/>
            </a:solidFill>
            <a:prstDash val="solid"/>
            <a:round/>
            <a:headEnd len="sm" w="sm" type="none"/>
            <a:tailEnd len="sm" w="sm" type="none"/>
          </a:ln>
        </p:spPr>
      </p:cxnSp>
      <p:sp>
        <p:nvSpPr>
          <p:cNvPr id="87" name="Google Shape;87;p30"/>
          <p:cNvSpPr txBox="1"/>
          <p:nvPr>
            <p:ph idx="12" type="sldNum"/>
          </p:nvPr>
        </p:nvSpPr>
        <p:spPr>
          <a:xfrm>
            <a:off x="7948613" y="4879075"/>
            <a:ext cx="742950" cy="204716"/>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1pPr>
            <a:lvl2pPr indent="0" lvl="1"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2pPr>
            <a:lvl3pPr indent="0" lvl="2"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3pPr>
            <a:lvl4pPr indent="0" lvl="3"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4pPr>
            <a:lvl5pPr indent="0" lvl="4"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5pPr>
            <a:lvl6pPr indent="0" lvl="5"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6pPr>
            <a:lvl7pPr indent="0" lvl="6"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7pPr>
            <a:lvl8pPr indent="0" lvl="7"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8pPr>
            <a:lvl9pPr indent="0" lvl="8"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Diagramme">
  <p:cSld name="2 Diagramme">
    <p:spTree>
      <p:nvGrpSpPr>
        <p:cNvPr id="88" name="Shape 88"/>
        <p:cNvGrpSpPr/>
        <p:nvPr/>
      </p:nvGrpSpPr>
      <p:grpSpPr>
        <a:xfrm>
          <a:off x="0" y="0"/>
          <a:ext cx="0" cy="0"/>
          <a:chOff x="0" y="0"/>
          <a:chExt cx="0" cy="0"/>
        </a:xfrm>
      </p:grpSpPr>
      <p:sp>
        <p:nvSpPr>
          <p:cNvPr id="89" name="Google Shape;89;p31"/>
          <p:cNvSpPr txBox="1"/>
          <p:nvPr>
            <p:ph type="title"/>
          </p:nvPr>
        </p:nvSpPr>
        <p:spPr>
          <a:xfrm>
            <a:off x="457200" y="304797"/>
            <a:ext cx="8229600" cy="75882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2pPr>
            <a:lvl3pPr lvl="2"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3pPr>
            <a:lvl4pPr lvl="3"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4pPr>
            <a:lvl5pPr lvl="4"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6pPr>
            <a:lvl7pPr lvl="6"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7pPr>
            <a:lvl8pPr lvl="7"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8pPr>
            <a:lvl9pPr lvl="8"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9pPr>
          </a:lstStyle>
          <a:p/>
        </p:txBody>
      </p:sp>
      <p:sp>
        <p:nvSpPr>
          <p:cNvPr id="90" name="Google Shape;90;p31"/>
          <p:cNvSpPr txBox="1"/>
          <p:nvPr>
            <p:ph idx="1" type="body"/>
          </p:nvPr>
        </p:nvSpPr>
        <p:spPr>
          <a:xfrm>
            <a:off x="457200" y="4368811"/>
            <a:ext cx="3962400" cy="330196"/>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00"/>
              </a:spcBef>
              <a:spcAft>
                <a:spcPts val="0"/>
              </a:spcAft>
              <a:buClr>
                <a:srgbClr val="D8413E"/>
              </a:buClr>
              <a:buSzPts val="1000"/>
              <a:buFont typeface="Noto Sans Symbols"/>
              <a:buNone/>
              <a:defRPr b="0" i="0" sz="1000" u="none" cap="none" strike="noStrike">
                <a:solidFill>
                  <a:srgbClr val="7F7F7F"/>
                </a:solidFill>
                <a:latin typeface="Arial"/>
                <a:ea typeface="Arial"/>
                <a:cs typeface="Arial"/>
                <a:sym typeface="Arial"/>
              </a:defRPr>
            </a:lvl1pPr>
            <a:lvl2pPr indent="-304800" lvl="1" marL="9144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91" name="Google Shape;91;p31"/>
          <p:cNvSpPr/>
          <p:nvPr>
            <p:ph idx="2" type="chart"/>
          </p:nvPr>
        </p:nvSpPr>
        <p:spPr>
          <a:xfrm>
            <a:off x="457200" y="1181092"/>
            <a:ext cx="3962400" cy="3086108"/>
          </a:xfrm>
          <a:prstGeom prst="rect">
            <a:avLst/>
          </a:prstGeom>
          <a:noFill/>
          <a:ln>
            <a:noFill/>
          </a:ln>
        </p:spPr>
        <p:txBody>
          <a:bodyPr anchorCtr="0" anchor="t" bIns="45700" lIns="91425" spcFirstLastPara="1" rIns="91425" wrap="square" tIns="45700">
            <a:normAutofit/>
          </a:bodyPr>
          <a:lstStyle>
            <a:lvl1pPr lvl="0" marR="0" rtl="0" algn="l">
              <a:spcBef>
                <a:spcPts val="240"/>
              </a:spcBef>
              <a:spcAft>
                <a:spcPts val="0"/>
              </a:spcAft>
              <a:buSzPts val="1400"/>
              <a:buNone/>
              <a:defRPr b="0" i="0" sz="1200" u="none" cap="none" strike="noStrike">
                <a:solidFill>
                  <a:srgbClr val="262A31"/>
                </a:solidFill>
                <a:latin typeface="Arial"/>
                <a:ea typeface="Arial"/>
                <a:cs typeface="Arial"/>
                <a:sym typeface="Arial"/>
              </a:defRPr>
            </a:lvl1pPr>
            <a:lvl2pPr lvl="1" marR="0" rtl="0" algn="l">
              <a:spcBef>
                <a:spcPts val="36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240"/>
              </a:spcBef>
              <a:spcAft>
                <a:spcPts val="0"/>
              </a:spcAft>
              <a:buSzPts val="1400"/>
              <a:buNone/>
              <a:defRPr b="0" i="0" sz="1200" u="none" cap="none" strike="noStrike">
                <a:solidFill>
                  <a:schemeClr val="dk1"/>
                </a:solidFill>
                <a:latin typeface="Arial"/>
                <a:ea typeface="Arial"/>
                <a:cs typeface="Arial"/>
                <a:sym typeface="Arial"/>
              </a:defRPr>
            </a:lvl3pPr>
            <a:lvl4pPr lvl="3" marR="0" rtl="0" algn="l">
              <a:spcBef>
                <a:spcPts val="240"/>
              </a:spcBef>
              <a:spcAft>
                <a:spcPts val="0"/>
              </a:spcAft>
              <a:buSzPts val="1400"/>
              <a:buNone/>
              <a:defRPr b="0" i="0" sz="1200" u="none" cap="none" strike="noStrike">
                <a:solidFill>
                  <a:schemeClr val="dk1"/>
                </a:solidFill>
                <a:latin typeface="Arial"/>
                <a:ea typeface="Arial"/>
                <a:cs typeface="Arial"/>
                <a:sym typeface="Arial"/>
              </a:defRPr>
            </a:lvl4pPr>
            <a:lvl5pPr lvl="4" marR="0" rtl="0" algn="l">
              <a:spcBef>
                <a:spcPts val="240"/>
              </a:spcBef>
              <a:spcAft>
                <a:spcPts val="0"/>
              </a:spcAft>
              <a:buSzPts val="1400"/>
              <a:buNone/>
              <a:defRPr b="0" i="0" sz="1200" u="none" cap="none" strike="noStrike">
                <a:solidFill>
                  <a:schemeClr val="dk1"/>
                </a:solidFill>
                <a:latin typeface="Arial"/>
                <a:ea typeface="Arial"/>
                <a:cs typeface="Arial"/>
                <a:sym typeface="Arial"/>
              </a:defRPr>
            </a:lvl5pPr>
            <a:lvl6pPr lvl="5"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92" name="Google Shape;92;p31"/>
          <p:cNvSpPr txBox="1"/>
          <p:nvPr>
            <p:ph idx="3" type="body"/>
          </p:nvPr>
        </p:nvSpPr>
        <p:spPr>
          <a:xfrm>
            <a:off x="4714875" y="4368811"/>
            <a:ext cx="3962400" cy="330196"/>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00"/>
              </a:spcBef>
              <a:spcAft>
                <a:spcPts val="0"/>
              </a:spcAft>
              <a:buClr>
                <a:srgbClr val="D8413E"/>
              </a:buClr>
              <a:buSzPts val="1000"/>
              <a:buFont typeface="Noto Sans Symbols"/>
              <a:buNone/>
              <a:defRPr b="0" i="0" sz="1000" u="none" cap="none" strike="noStrike">
                <a:solidFill>
                  <a:srgbClr val="7F7F7F"/>
                </a:solidFill>
                <a:latin typeface="Arial"/>
                <a:ea typeface="Arial"/>
                <a:cs typeface="Arial"/>
                <a:sym typeface="Arial"/>
              </a:defRPr>
            </a:lvl1pPr>
            <a:lvl2pPr indent="-304800" lvl="1" marL="9144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93" name="Google Shape;93;p31"/>
          <p:cNvSpPr/>
          <p:nvPr>
            <p:ph idx="4" type="chart"/>
          </p:nvPr>
        </p:nvSpPr>
        <p:spPr>
          <a:xfrm>
            <a:off x="4714875" y="1181092"/>
            <a:ext cx="3962400" cy="3086108"/>
          </a:xfrm>
          <a:prstGeom prst="rect">
            <a:avLst/>
          </a:prstGeom>
          <a:noFill/>
          <a:ln>
            <a:noFill/>
          </a:ln>
        </p:spPr>
        <p:txBody>
          <a:bodyPr anchorCtr="0" anchor="t" bIns="45700" lIns="91425" spcFirstLastPara="1" rIns="91425" wrap="square" tIns="45700">
            <a:normAutofit/>
          </a:bodyPr>
          <a:lstStyle>
            <a:lvl1pPr lvl="0" marR="0" rtl="0" algn="l">
              <a:spcBef>
                <a:spcPts val="240"/>
              </a:spcBef>
              <a:spcAft>
                <a:spcPts val="0"/>
              </a:spcAft>
              <a:buSzPts val="1400"/>
              <a:buNone/>
              <a:defRPr b="0" i="0" sz="1200" u="none" cap="none" strike="noStrike">
                <a:solidFill>
                  <a:srgbClr val="262A31"/>
                </a:solidFill>
                <a:latin typeface="Arial"/>
                <a:ea typeface="Arial"/>
                <a:cs typeface="Arial"/>
                <a:sym typeface="Arial"/>
              </a:defRPr>
            </a:lvl1pPr>
            <a:lvl2pPr lvl="1" marR="0" rtl="0" algn="l">
              <a:spcBef>
                <a:spcPts val="36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240"/>
              </a:spcBef>
              <a:spcAft>
                <a:spcPts val="0"/>
              </a:spcAft>
              <a:buSzPts val="1400"/>
              <a:buNone/>
              <a:defRPr b="0" i="0" sz="1200" u="none" cap="none" strike="noStrike">
                <a:solidFill>
                  <a:schemeClr val="dk1"/>
                </a:solidFill>
                <a:latin typeface="Arial"/>
                <a:ea typeface="Arial"/>
                <a:cs typeface="Arial"/>
                <a:sym typeface="Arial"/>
              </a:defRPr>
            </a:lvl3pPr>
            <a:lvl4pPr lvl="3" marR="0" rtl="0" algn="l">
              <a:spcBef>
                <a:spcPts val="240"/>
              </a:spcBef>
              <a:spcAft>
                <a:spcPts val="0"/>
              </a:spcAft>
              <a:buSzPts val="1400"/>
              <a:buNone/>
              <a:defRPr b="0" i="0" sz="1200" u="none" cap="none" strike="noStrike">
                <a:solidFill>
                  <a:schemeClr val="dk1"/>
                </a:solidFill>
                <a:latin typeface="Arial"/>
                <a:ea typeface="Arial"/>
                <a:cs typeface="Arial"/>
                <a:sym typeface="Arial"/>
              </a:defRPr>
            </a:lvl4pPr>
            <a:lvl5pPr lvl="4" marR="0" rtl="0" algn="l">
              <a:spcBef>
                <a:spcPts val="240"/>
              </a:spcBef>
              <a:spcAft>
                <a:spcPts val="0"/>
              </a:spcAft>
              <a:buSzPts val="1400"/>
              <a:buNone/>
              <a:defRPr b="0" i="0" sz="1200" u="none" cap="none" strike="noStrike">
                <a:solidFill>
                  <a:schemeClr val="dk1"/>
                </a:solidFill>
                <a:latin typeface="Arial"/>
                <a:ea typeface="Arial"/>
                <a:cs typeface="Arial"/>
                <a:sym typeface="Arial"/>
              </a:defRPr>
            </a:lvl5pPr>
            <a:lvl6pPr lvl="5"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94" name="Google Shape;94;p31"/>
          <p:cNvSpPr txBox="1"/>
          <p:nvPr>
            <p:ph idx="12" type="sldNum"/>
          </p:nvPr>
        </p:nvSpPr>
        <p:spPr>
          <a:xfrm>
            <a:off x="7948613" y="4879075"/>
            <a:ext cx="742950" cy="204716"/>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1pPr>
            <a:lvl2pPr indent="0" lvl="1"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2pPr>
            <a:lvl3pPr indent="0" lvl="2"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3pPr>
            <a:lvl4pPr indent="0" lvl="3"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4pPr>
            <a:lvl5pPr indent="0" lvl="4"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5pPr>
            <a:lvl6pPr indent="0" lvl="5"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6pPr>
            <a:lvl7pPr indent="0" lvl="6"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7pPr>
            <a:lvl8pPr indent="0" lvl="7"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8pPr>
            <a:lvl9pPr indent="0" lvl="8"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mit Text links">
  <p:cSld name="Bild mit Text links">
    <p:spTree>
      <p:nvGrpSpPr>
        <p:cNvPr id="95" name="Shape 95"/>
        <p:cNvGrpSpPr/>
        <p:nvPr/>
      </p:nvGrpSpPr>
      <p:grpSpPr>
        <a:xfrm>
          <a:off x="0" y="0"/>
          <a:ext cx="0" cy="0"/>
          <a:chOff x="0" y="0"/>
          <a:chExt cx="0" cy="0"/>
        </a:xfrm>
      </p:grpSpPr>
      <p:sp>
        <p:nvSpPr>
          <p:cNvPr id="96" name="Google Shape;96;p32"/>
          <p:cNvSpPr txBox="1"/>
          <p:nvPr>
            <p:ph type="title"/>
          </p:nvPr>
        </p:nvSpPr>
        <p:spPr>
          <a:xfrm>
            <a:off x="457200" y="372533"/>
            <a:ext cx="2692400" cy="99906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2pPr>
            <a:lvl3pPr lvl="2"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3pPr>
            <a:lvl4pPr lvl="3"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4pPr>
            <a:lvl5pPr lvl="4"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6pPr>
            <a:lvl7pPr lvl="6"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7pPr>
            <a:lvl8pPr lvl="7"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8pPr>
            <a:lvl9pPr lvl="8"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9pPr>
          </a:lstStyle>
          <a:p/>
        </p:txBody>
      </p:sp>
      <p:sp>
        <p:nvSpPr>
          <p:cNvPr id="97" name="Google Shape;97;p32"/>
          <p:cNvSpPr txBox="1"/>
          <p:nvPr>
            <p:ph idx="1" type="body"/>
          </p:nvPr>
        </p:nvSpPr>
        <p:spPr>
          <a:xfrm>
            <a:off x="457200" y="1503680"/>
            <a:ext cx="2692400" cy="3195327"/>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rgbClr val="D8413E"/>
              </a:buClr>
              <a:buSzPts val="1800"/>
              <a:buFont typeface="Noto Sans Symbols"/>
              <a:buChar char="−"/>
              <a:defRPr b="0" i="0" sz="1800" u="none" cap="none" strike="noStrike">
                <a:solidFill>
                  <a:schemeClr val="dk1"/>
                </a:solidFill>
                <a:latin typeface="Arial"/>
                <a:ea typeface="Arial"/>
                <a:cs typeface="Arial"/>
                <a:sym typeface="Arial"/>
              </a:defRPr>
            </a:lvl1pPr>
            <a:lvl2pPr indent="-330200" lvl="1" marL="914400" marR="0" rtl="0" algn="l">
              <a:spcBef>
                <a:spcPts val="320"/>
              </a:spcBef>
              <a:spcAft>
                <a:spcPts val="0"/>
              </a:spcAft>
              <a:buClr>
                <a:srgbClr val="D8413E"/>
              </a:buClr>
              <a:buSzPts val="1600"/>
              <a:buFont typeface="Noto Sans Symbols"/>
              <a:buChar char="−"/>
              <a:defRPr b="0" i="0" sz="1600" u="none" cap="none" strike="noStrike">
                <a:solidFill>
                  <a:schemeClr val="dk1"/>
                </a:solidFill>
                <a:latin typeface="Arial"/>
                <a:ea typeface="Arial"/>
                <a:cs typeface="Arial"/>
                <a:sym typeface="Arial"/>
              </a:defRPr>
            </a:lvl2pPr>
            <a:lvl3pPr indent="-317500" lvl="2" marL="1371600" marR="0" rtl="0" algn="l">
              <a:spcBef>
                <a:spcPts val="280"/>
              </a:spcBef>
              <a:spcAft>
                <a:spcPts val="0"/>
              </a:spcAft>
              <a:buClr>
                <a:srgbClr val="D8413E"/>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rtl="0" algn="l">
              <a:spcBef>
                <a:spcPts val="280"/>
              </a:spcBef>
              <a:spcAft>
                <a:spcPts val="0"/>
              </a:spcAft>
              <a:buClr>
                <a:srgbClr val="D8413E"/>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spcBef>
                <a:spcPts val="280"/>
              </a:spcBef>
              <a:spcAft>
                <a:spcPts val="0"/>
              </a:spcAft>
              <a:buClr>
                <a:srgbClr val="D8413E"/>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98" name="Google Shape;98;p32"/>
          <p:cNvSpPr/>
          <p:nvPr>
            <p:ph idx="2" type="pic"/>
          </p:nvPr>
        </p:nvSpPr>
        <p:spPr>
          <a:xfrm>
            <a:off x="3352800" y="762000"/>
            <a:ext cx="5791200" cy="3489344"/>
          </a:xfrm>
          <a:prstGeom prst="rect">
            <a:avLst/>
          </a:prstGeom>
          <a:noFill/>
          <a:ln>
            <a:noFill/>
          </a:ln>
        </p:spPr>
      </p:sp>
      <p:sp>
        <p:nvSpPr>
          <p:cNvPr id="99" name="Google Shape;99;p32"/>
          <p:cNvSpPr txBox="1"/>
          <p:nvPr>
            <p:ph idx="3" type="body"/>
          </p:nvPr>
        </p:nvSpPr>
        <p:spPr>
          <a:xfrm>
            <a:off x="3352800" y="4368811"/>
            <a:ext cx="5334000" cy="330196"/>
          </a:xfrm>
          <a:prstGeom prst="rect">
            <a:avLst/>
          </a:prstGeom>
          <a:noFill/>
          <a:ln>
            <a:noFill/>
          </a:ln>
        </p:spPr>
        <p:txBody>
          <a:bodyPr anchorCtr="0" anchor="t" bIns="45700" lIns="0" spcFirstLastPara="1" rIns="0" wrap="square" tIns="45700">
            <a:noAutofit/>
          </a:bodyPr>
          <a:lstStyle>
            <a:lvl1pPr indent="-228600" lvl="0" marL="457200" marR="0" rtl="0" algn="l">
              <a:spcBef>
                <a:spcPts val="200"/>
              </a:spcBef>
              <a:spcAft>
                <a:spcPts val="0"/>
              </a:spcAft>
              <a:buClr>
                <a:srgbClr val="D8413E"/>
              </a:buClr>
              <a:buSzPts val="1000"/>
              <a:buFont typeface="Noto Sans Symbols"/>
              <a:buNone/>
              <a:defRPr b="0" i="0" sz="1000" u="none" cap="none" strike="noStrike">
                <a:solidFill>
                  <a:srgbClr val="7F7F7F"/>
                </a:solidFill>
                <a:latin typeface="Arial"/>
                <a:ea typeface="Arial"/>
                <a:cs typeface="Arial"/>
                <a:sym typeface="Arial"/>
              </a:defRPr>
            </a:lvl1pPr>
            <a:lvl2pPr indent="-304800" lvl="1" marL="9144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240"/>
              </a:spcBef>
              <a:spcAft>
                <a:spcPts val="0"/>
              </a:spcAft>
              <a:buClr>
                <a:srgbClr val="D8413E"/>
              </a:buClr>
              <a:buSzPts val="1200"/>
              <a:buFont typeface="Noto Sans Symbols"/>
              <a:buChar char="−"/>
              <a:defRPr b="0" i="0" sz="12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00" name="Google Shape;100;p32"/>
          <p:cNvSpPr txBox="1"/>
          <p:nvPr>
            <p:ph idx="12" type="sldNum"/>
          </p:nvPr>
        </p:nvSpPr>
        <p:spPr>
          <a:xfrm>
            <a:off x="7948613" y="4879075"/>
            <a:ext cx="742950" cy="204716"/>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1pPr>
            <a:lvl2pPr indent="0" lvl="1"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2pPr>
            <a:lvl3pPr indent="0" lvl="2"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3pPr>
            <a:lvl4pPr indent="0" lvl="3"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4pPr>
            <a:lvl5pPr indent="0" lvl="4"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5pPr>
            <a:lvl6pPr indent="0" lvl="5"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6pPr>
            <a:lvl7pPr indent="0" lvl="6"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7pPr>
            <a:lvl8pPr indent="0" lvl="7"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8pPr>
            <a:lvl9pPr indent="0" lvl="8" marL="0" marR="0" rtl="0" algn="r">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10" Type="http://schemas.openxmlformats.org/officeDocument/2006/relationships/theme" Target="../theme/theme1.xml"/><Relationship Id="rId9" Type="http://schemas.openxmlformats.org/officeDocument/2006/relationships/slideLayout" Target="../slideLayouts/slideLayout14.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457200" y="206375"/>
            <a:ext cx="8229600" cy="85725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1pPr>
            <a:lvl2pPr lvl="1"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2pPr>
            <a:lvl3pPr lvl="2"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3pPr>
            <a:lvl4pPr lvl="3"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4pPr>
            <a:lvl5pPr lvl="4" marR="0" rtl="0" algn="l">
              <a:spcBef>
                <a:spcPts val="0"/>
              </a:spcBef>
              <a:spcAft>
                <a:spcPts val="0"/>
              </a:spcAft>
              <a:buSzPts val="1400"/>
              <a:buNone/>
              <a:defRPr b="1" i="0" sz="2000" u="none" cap="none" strike="noStrike">
                <a:solidFill>
                  <a:srgbClr val="262A3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6pPr>
            <a:lvl7pPr lvl="6"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7pPr>
            <a:lvl8pPr lvl="7"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8pPr>
            <a:lvl9pPr lvl="8" marR="0" rtl="0" algn="l">
              <a:spcBef>
                <a:spcPts val="0"/>
              </a:spcBef>
              <a:spcAft>
                <a:spcPts val="0"/>
              </a:spcAft>
              <a:buSzPts val="1400"/>
              <a:buNone/>
              <a:defRPr b="0" i="0" sz="2000" u="none" cap="none" strike="noStrike">
                <a:solidFill>
                  <a:schemeClr val="dk1"/>
                </a:solidFill>
                <a:latin typeface="Poppins"/>
                <a:ea typeface="Poppins"/>
                <a:cs typeface="Poppins"/>
                <a:sym typeface="Poppins"/>
              </a:defRPr>
            </a:lvl9pPr>
          </a:lstStyle>
          <a:p/>
        </p:txBody>
      </p:sp>
      <p:sp>
        <p:nvSpPr>
          <p:cNvPr id="11" name="Google Shape;11;p17"/>
          <p:cNvSpPr txBox="1"/>
          <p:nvPr>
            <p:ph idx="1" type="body"/>
          </p:nvPr>
        </p:nvSpPr>
        <p:spPr>
          <a:xfrm>
            <a:off x="457200" y="1063625"/>
            <a:ext cx="8229600" cy="35306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40"/>
              </a:spcBef>
              <a:spcAft>
                <a:spcPts val="0"/>
              </a:spcAft>
              <a:buSzPts val="1400"/>
              <a:buNone/>
              <a:defRPr b="0" i="0" sz="1200" u="none" cap="none" strike="noStrike">
                <a:solidFill>
                  <a:srgbClr val="262A31"/>
                </a:solidFill>
                <a:latin typeface="Arial"/>
                <a:ea typeface="Arial"/>
                <a:cs typeface="Arial"/>
                <a:sym typeface="Arial"/>
              </a:defRPr>
            </a:lvl1pPr>
            <a:lvl2pPr indent="-228600" lvl="1" marL="914400" marR="0" rtl="0" algn="l">
              <a:spcBef>
                <a:spcPts val="360"/>
              </a:spcBef>
              <a:spcAft>
                <a:spcPts val="0"/>
              </a:spcAft>
              <a:buSzPts val="1400"/>
              <a:buNone/>
              <a:defRPr b="0" i="0" sz="1800" u="none" cap="none" strike="noStrike">
                <a:solidFill>
                  <a:schemeClr val="dk1"/>
                </a:solidFill>
                <a:latin typeface="Arial"/>
                <a:ea typeface="Arial"/>
                <a:cs typeface="Arial"/>
                <a:sym typeface="Arial"/>
              </a:defRPr>
            </a:lvl2pPr>
            <a:lvl3pPr indent="-228600" lvl="2" marL="1371600" marR="0" rtl="0" algn="l">
              <a:spcBef>
                <a:spcPts val="24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24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240"/>
              </a:spcBef>
              <a:spcAft>
                <a:spcPts val="0"/>
              </a:spcAft>
              <a:buSzPts val="1400"/>
              <a:buNone/>
              <a:defRPr b="0" i="0" sz="12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cxnSp>
        <p:nvCxnSpPr>
          <p:cNvPr id="51" name="Google Shape;51;p19"/>
          <p:cNvCxnSpPr/>
          <p:nvPr/>
        </p:nvCxnSpPr>
        <p:spPr>
          <a:xfrm>
            <a:off x="0" y="155575"/>
            <a:ext cx="457200" cy="0"/>
          </a:xfrm>
          <a:prstGeom prst="straightConnector1">
            <a:avLst/>
          </a:prstGeom>
          <a:noFill/>
          <a:ln cap="flat" cmpd="sng" w="9525">
            <a:solidFill>
              <a:srgbClr val="262A31"/>
            </a:solidFill>
            <a:prstDash val="solid"/>
            <a:round/>
            <a:headEnd len="sm" w="sm" type="none"/>
            <a:tailEnd len="sm" w="sm" type="none"/>
          </a:ln>
        </p:spPr>
      </p:cxnSp>
      <p:pic>
        <p:nvPicPr>
          <p:cNvPr id="52" name="Google Shape;52;p19"/>
          <p:cNvPicPr preferRelativeResize="0"/>
          <p:nvPr/>
        </p:nvPicPr>
        <p:blipFill rotWithShape="1">
          <a:blip r:embed="rId1">
            <a:alphaModFix/>
          </a:blip>
          <a:srcRect b="0" l="0" r="0" t="0"/>
          <a:stretch/>
        </p:blipFill>
        <p:spPr>
          <a:xfrm>
            <a:off x="457200" y="4769366"/>
            <a:ext cx="547323" cy="324000"/>
          </a:xfrm>
          <a:prstGeom prst="rect">
            <a:avLst/>
          </a:prstGeom>
          <a:noFill/>
          <a:ln>
            <a:noFill/>
          </a:ln>
        </p:spPr>
      </p:pic>
      <p:cxnSp>
        <p:nvCxnSpPr>
          <p:cNvPr id="53" name="Google Shape;53;p19"/>
          <p:cNvCxnSpPr/>
          <p:nvPr/>
        </p:nvCxnSpPr>
        <p:spPr>
          <a:xfrm>
            <a:off x="457200" y="4713670"/>
            <a:ext cx="8229600" cy="0"/>
          </a:xfrm>
          <a:prstGeom prst="straightConnector1">
            <a:avLst/>
          </a:prstGeom>
          <a:noFill/>
          <a:ln cap="flat" cmpd="sng" w="9525">
            <a:solidFill>
              <a:srgbClr val="79B2D4"/>
            </a:solidFill>
            <a:prstDash val="solid"/>
            <a:round/>
            <a:headEnd len="sm" w="sm" type="none"/>
            <a:tailEnd len="sm" w="sm" type="none"/>
          </a:ln>
        </p:spPr>
      </p:cxnSp>
      <p:sp>
        <p:nvSpPr>
          <p:cNvPr id="54" name="Google Shape;54;p19"/>
          <p:cNvSpPr txBox="1"/>
          <p:nvPr/>
        </p:nvSpPr>
        <p:spPr>
          <a:xfrm>
            <a:off x="1154545" y="4805187"/>
            <a:ext cx="67854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de-DE" sz="900" u="none" cap="none" strike="noStrike">
                <a:solidFill>
                  <a:srgbClr val="595959"/>
                </a:solidFill>
                <a:latin typeface="Arial"/>
                <a:ea typeface="Arial"/>
                <a:cs typeface="Arial"/>
                <a:sym typeface="Arial"/>
              </a:rPr>
              <a:t>Institut für Medizinische Informatik, Statistik und Epidemiologie (IMISE)</a:t>
            </a:r>
            <a:endParaRPr/>
          </a:p>
          <a:p>
            <a:pPr indent="0" lvl="0" marL="0" marR="0" rtl="0" algn="l">
              <a:spcBef>
                <a:spcPts val="0"/>
              </a:spcBef>
              <a:spcAft>
                <a:spcPts val="0"/>
              </a:spcAft>
              <a:buNone/>
            </a:pPr>
            <a:r>
              <a:t/>
            </a:r>
            <a:endParaRPr b="0" i="0" sz="900" u="none" cap="none" strike="noStrike">
              <a:solidFill>
                <a:srgbClr val="595959"/>
              </a:solidFill>
              <a:latin typeface="Arial"/>
              <a:ea typeface="Arial"/>
              <a:cs typeface="Arial"/>
              <a:sym typeface="Arial"/>
            </a:endParaRPr>
          </a:p>
        </p:txBody>
      </p:sp>
      <p:sp>
        <p:nvSpPr>
          <p:cNvPr id="55" name="Google Shape;55;p19"/>
          <p:cNvSpPr txBox="1"/>
          <p:nvPr/>
        </p:nvSpPr>
        <p:spPr>
          <a:xfrm>
            <a:off x="457200" y="22671"/>
            <a:ext cx="700193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de-DE" sz="1200" u="none" cap="none" strike="noStrike">
                <a:solidFill>
                  <a:schemeClr val="dk1"/>
                </a:solidFill>
                <a:latin typeface="Arial"/>
                <a:ea typeface="Arial"/>
                <a:cs typeface="Arial"/>
                <a:sym typeface="Arial"/>
              </a:rPr>
              <a:t>TRANSFORMATION NACH HL7 FHIR </a:t>
            </a:r>
            <a:r>
              <a:rPr b="0" i="0" lang="de-DE" sz="1200" u="none" cap="none" strike="noStrike">
                <a:solidFill>
                  <a:schemeClr val="dk1"/>
                </a:solidFill>
                <a:latin typeface="Arial"/>
                <a:ea typeface="Arial"/>
                <a:cs typeface="Arial"/>
                <a:sym typeface="Arial"/>
              </a:rPr>
              <a:t>| Architektur von IS im GW </a:t>
            </a:r>
            <a:endParaRPr/>
          </a:p>
        </p:txBody>
      </p:sp>
    </p:spTree>
  </p:cSld>
  <p:clrMap accent1="accent1" accent2="accent2" accent3="accent3" accent4="accent4" accent5="accent5" accent6="accent6" bg1="lt1" bg2="dk2" tx1="dk1" tx2="lt2" folHlink="folHlink" hlink="hlink"/>
  <p:sldLayoutIdLst>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comments" Target="../comments/commen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comments" Target="../comments/comment2.xml"/><Relationship Id="rId4" Type="http://schemas.openxmlformats.org/officeDocument/2006/relationships/image" Target="../media/image13.png"/><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comments" Target="../comments/commen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comments" Target="../comments/commen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
          <p:cNvSpPr txBox="1"/>
          <p:nvPr>
            <p:ph type="ctrTitle"/>
          </p:nvPr>
        </p:nvSpPr>
        <p:spPr>
          <a:xfrm>
            <a:off x="295275" y="2079625"/>
            <a:ext cx="8093075" cy="1485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sz="2800" cap="none">
                <a:latin typeface="Arial"/>
                <a:ea typeface="Arial"/>
                <a:cs typeface="Arial"/>
                <a:sym typeface="Arial"/>
              </a:rPr>
              <a:t>Transformation eines CSV-Datensatz </a:t>
            </a:r>
            <a:br>
              <a:rPr lang="de-DE" sz="2800" cap="none">
                <a:latin typeface="Arial"/>
                <a:ea typeface="Arial"/>
                <a:cs typeface="Arial"/>
                <a:sym typeface="Arial"/>
              </a:rPr>
            </a:br>
            <a:r>
              <a:rPr lang="de-DE" sz="2800" cap="none">
                <a:latin typeface="Arial"/>
                <a:ea typeface="Arial"/>
                <a:cs typeface="Arial"/>
                <a:sym typeface="Arial"/>
              </a:rPr>
              <a:t>nach HL7 FHIR</a:t>
            </a:r>
            <a:endParaRPr/>
          </a:p>
        </p:txBody>
      </p:sp>
      <p:sp>
        <p:nvSpPr>
          <p:cNvPr id="106" name="Google Shape;106;p1"/>
          <p:cNvSpPr txBox="1"/>
          <p:nvPr>
            <p:ph idx="1" type="subTitle"/>
          </p:nvPr>
        </p:nvSpPr>
        <p:spPr>
          <a:xfrm>
            <a:off x="295274" y="1606550"/>
            <a:ext cx="8445313" cy="47307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800"/>
              <a:buNone/>
            </a:pPr>
            <a:r>
              <a:rPr lang="de-DE"/>
              <a:t>Architektur von IS im GW / Informationsmanagement in der klinischen Forschung</a:t>
            </a:r>
            <a:endParaRPr>
              <a:latin typeface="Arial"/>
              <a:ea typeface="Arial"/>
              <a:cs typeface="Arial"/>
              <a:sym typeface="Arial"/>
            </a:endParaRPr>
          </a:p>
        </p:txBody>
      </p:sp>
      <p:sp>
        <p:nvSpPr>
          <p:cNvPr id="107" name="Google Shape;107;p1"/>
          <p:cNvSpPr/>
          <p:nvPr>
            <p:ph idx="3" type="pic"/>
          </p:nvPr>
        </p:nvSpPr>
        <p:spPr>
          <a:xfrm>
            <a:off x="2473325" y="4438650"/>
            <a:ext cx="2044700" cy="517525"/>
          </a:xfrm>
          <a:prstGeom prst="rect">
            <a:avLst/>
          </a:prstGeom>
          <a:noFill/>
          <a:ln>
            <a:noFill/>
          </a:ln>
        </p:spPr>
      </p:sp>
      <p:sp>
        <p:nvSpPr>
          <p:cNvPr id="108" name="Google Shape;108;p1"/>
          <p:cNvSpPr txBox="1"/>
          <p:nvPr>
            <p:ph idx="4294967295" type="body"/>
          </p:nvPr>
        </p:nvSpPr>
        <p:spPr>
          <a:xfrm>
            <a:off x="295275" y="3600450"/>
            <a:ext cx="3744913" cy="5175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sz="1600">
                <a:latin typeface="Arial"/>
                <a:ea typeface="Arial"/>
                <a:cs typeface="Arial"/>
                <a:sym typeface="Arial"/>
              </a:rPr>
              <a:t>Leipzig, Datum</a:t>
            </a:r>
            <a:endParaRPr/>
          </a:p>
        </p:txBody>
      </p:sp>
      <p:pic>
        <p:nvPicPr>
          <p:cNvPr descr="Ein Bild, das Text, Schrift, Logo, Grafiken enthält.&#10;&#10;Automatisch generierte Beschreibung" id="109" name="Google Shape;109;p1"/>
          <p:cNvPicPr preferRelativeResize="0"/>
          <p:nvPr>
            <p:ph idx="2" type="pic"/>
          </p:nvPr>
        </p:nvPicPr>
        <p:blipFill rotWithShape="1">
          <a:blip r:embed="rId3">
            <a:alphaModFix/>
          </a:blip>
          <a:srcRect b="4943" l="0" r="0" t="4943"/>
          <a:stretch/>
        </p:blipFill>
        <p:spPr>
          <a:xfrm>
            <a:off x="295687" y="4439286"/>
            <a:ext cx="2098597" cy="5175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3"/>
          <p:cNvSpPr txBox="1"/>
          <p:nvPr>
            <p:ph type="title"/>
          </p:nvPr>
        </p:nvSpPr>
        <p:spPr>
          <a:xfrm>
            <a:off x="457200" y="304799"/>
            <a:ext cx="8234363" cy="75882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de-DE"/>
              <a:t>INHALT</a:t>
            </a:r>
            <a:endParaRPr/>
          </a:p>
        </p:txBody>
      </p:sp>
      <p:sp>
        <p:nvSpPr>
          <p:cNvPr id="115" name="Google Shape;115;p3"/>
          <p:cNvSpPr txBox="1"/>
          <p:nvPr>
            <p:ph idx="1" type="body"/>
          </p:nvPr>
        </p:nvSpPr>
        <p:spPr>
          <a:xfrm>
            <a:off x="457200" y="1223492"/>
            <a:ext cx="8234363" cy="3379199"/>
          </a:xfrm>
          <a:prstGeom prst="rect">
            <a:avLst/>
          </a:prstGeom>
          <a:noFill/>
          <a:ln>
            <a:noFill/>
          </a:ln>
        </p:spPr>
        <p:txBody>
          <a:bodyPr anchorCtr="0" anchor="t" bIns="45700" lIns="91425" spcFirstLastPara="1" rIns="91425" wrap="square" tIns="45700">
            <a:noAutofit/>
          </a:bodyPr>
          <a:lstStyle/>
          <a:p>
            <a:pPr indent="-269875" lvl="0" marL="269875" rtl="0" algn="l">
              <a:spcBef>
                <a:spcPts val="0"/>
              </a:spcBef>
              <a:spcAft>
                <a:spcPts val="0"/>
              </a:spcAft>
              <a:buClr>
                <a:srgbClr val="D8413E"/>
              </a:buClr>
              <a:buSzPts val="1800"/>
              <a:buFont typeface="Noto Sans Symbols"/>
              <a:buAutoNum type="arabicPeriod"/>
            </a:pPr>
            <a:r>
              <a:rPr b="1" lang="de-DE"/>
              <a:t>Hintergrund</a:t>
            </a:r>
            <a:endParaRPr/>
          </a:p>
          <a:p>
            <a:pPr indent="-257175" lvl="1" marL="714375" rtl="0" algn="l">
              <a:spcBef>
                <a:spcPts val="320"/>
              </a:spcBef>
              <a:spcAft>
                <a:spcPts val="0"/>
              </a:spcAft>
              <a:buSzPts val="1600"/>
              <a:buAutoNum type="alphaLcPeriod"/>
            </a:pPr>
            <a:r>
              <a:rPr lang="de-DE"/>
              <a:t>Kommunikationsserver</a:t>
            </a:r>
            <a:endParaRPr/>
          </a:p>
          <a:p>
            <a:pPr indent="-257175" lvl="1" marL="714375" rtl="0" algn="l">
              <a:spcBef>
                <a:spcPts val="320"/>
              </a:spcBef>
              <a:spcAft>
                <a:spcPts val="0"/>
              </a:spcAft>
              <a:buSzPts val="1600"/>
              <a:buAutoNum type="alphaLcPeriod"/>
            </a:pPr>
            <a:r>
              <a:rPr lang="de-DE"/>
              <a:t>FHIR</a:t>
            </a:r>
            <a:endParaRPr/>
          </a:p>
          <a:p>
            <a:pPr indent="-269875" lvl="0" marL="269875" rtl="0" algn="l">
              <a:spcBef>
                <a:spcPts val="320"/>
              </a:spcBef>
              <a:spcAft>
                <a:spcPts val="0"/>
              </a:spcAft>
              <a:buSzPts val="1800"/>
              <a:buAutoNum type="arabicPeriod"/>
            </a:pPr>
            <a:r>
              <a:rPr b="1" lang="de-DE"/>
              <a:t>NextGen Connect </a:t>
            </a:r>
            <a:r>
              <a:rPr lang="de-DE"/>
              <a:t>(früher Mirth Connect)</a:t>
            </a:r>
            <a:endParaRPr/>
          </a:p>
          <a:p>
            <a:pPr indent="-257175" lvl="1" marL="714375" rtl="0" algn="l">
              <a:spcBef>
                <a:spcPts val="320"/>
              </a:spcBef>
              <a:spcAft>
                <a:spcPts val="0"/>
              </a:spcAft>
              <a:buSzPts val="1600"/>
              <a:buAutoNum type="alphaLcPeriod"/>
            </a:pPr>
            <a:r>
              <a:rPr lang="de-DE"/>
              <a:t>Ablauf der Transformation</a:t>
            </a:r>
            <a:endParaRPr/>
          </a:p>
          <a:p>
            <a:pPr indent="-257175" lvl="1" marL="714375" rtl="0" algn="l">
              <a:spcBef>
                <a:spcPts val="320"/>
              </a:spcBef>
              <a:spcAft>
                <a:spcPts val="0"/>
              </a:spcAft>
              <a:buSzPts val="1600"/>
              <a:buAutoNum type="alphaLcPeriod"/>
            </a:pPr>
            <a:r>
              <a:rPr lang="de-DE"/>
              <a:t>FHIR-</a:t>
            </a:r>
            <a:r>
              <a:rPr lang="de-DE"/>
              <a:t>Templates</a:t>
            </a:r>
            <a:endParaRPr/>
          </a:p>
          <a:p>
            <a:pPr indent="-257175" lvl="1" marL="714375" rtl="0" algn="l">
              <a:spcBef>
                <a:spcPts val="320"/>
              </a:spcBef>
              <a:spcAft>
                <a:spcPts val="0"/>
              </a:spcAft>
              <a:buSzPts val="1600"/>
              <a:buAutoNum type="alphaLcPeriod"/>
            </a:pPr>
            <a:r>
              <a:rPr lang="de-DE"/>
              <a:t>Channels</a:t>
            </a:r>
            <a:endParaRPr/>
          </a:p>
          <a:p>
            <a:pPr indent="-257175" lvl="1" marL="714375" rtl="0" algn="l">
              <a:spcBef>
                <a:spcPts val="320"/>
              </a:spcBef>
              <a:spcAft>
                <a:spcPts val="0"/>
              </a:spcAft>
              <a:buSzPts val="1600"/>
              <a:buAutoNum type="alphaLcPeriod"/>
            </a:pPr>
            <a:r>
              <a:rPr lang="de-DE"/>
              <a:t>Filters &amp; Transformers</a:t>
            </a:r>
            <a:endParaRPr/>
          </a:p>
          <a:p>
            <a:pPr indent="-269875" lvl="0" marL="269875" rtl="0" algn="l">
              <a:spcBef>
                <a:spcPts val="320"/>
              </a:spcBef>
              <a:spcAft>
                <a:spcPts val="0"/>
              </a:spcAft>
              <a:buSzPts val="1800"/>
              <a:buAutoNum type="arabicPeriod"/>
            </a:pPr>
            <a:r>
              <a:rPr b="1" lang="de-DE"/>
              <a:t>Übung</a:t>
            </a:r>
            <a:endParaRPr b="1"/>
          </a:p>
          <a:p>
            <a:pPr indent="0" lvl="0" marL="714375" rtl="0" algn="l">
              <a:spcBef>
                <a:spcPts val="320"/>
              </a:spcBef>
              <a:spcAft>
                <a:spcPts val="0"/>
              </a:spcAft>
              <a:buNone/>
            </a:pPr>
            <a:r>
              <a:t/>
            </a:r>
            <a:endParaRPr/>
          </a:p>
          <a:p>
            <a:pPr indent="-155575" lvl="0" marL="269875" rtl="0" algn="l">
              <a:spcBef>
                <a:spcPts val="360"/>
              </a:spcBef>
              <a:spcAft>
                <a:spcPts val="0"/>
              </a:spcAft>
              <a:buClr>
                <a:srgbClr val="D8413E"/>
              </a:buClr>
              <a:buSzPts val="1800"/>
              <a:buFont typeface="Noto Sans Symbols"/>
              <a:buNone/>
            </a:pPr>
            <a:r>
              <a:t/>
            </a:r>
            <a:endParaRPr/>
          </a:p>
        </p:txBody>
      </p:sp>
      <p:sp>
        <p:nvSpPr>
          <p:cNvPr id="116" name="Google Shape;116;p3"/>
          <p:cNvSpPr txBox="1"/>
          <p:nvPr>
            <p:ph idx="12" type="sldNum"/>
          </p:nvPr>
        </p:nvSpPr>
        <p:spPr>
          <a:xfrm>
            <a:off x="7948613" y="4879075"/>
            <a:ext cx="742950" cy="204716"/>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D8413E"/>
              </a:buClr>
              <a:buSzPts val="1000"/>
              <a:buFont typeface="Arial"/>
              <a:buNone/>
            </a:pPr>
            <a:fld id="{00000000-1234-1234-1234-123412341234}" type="slidenum">
              <a:rPr lang="de-DE" sz="1000">
                <a:solidFill>
                  <a:srgbClr val="D8413E"/>
                </a:solidFill>
                <a:latin typeface="Arial"/>
                <a:ea typeface="Arial"/>
                <a:cs typeface="Arial"/>
                <a:sym typeface="Arial"/>
              </a:rPr>
              <a:t>‹#›</a:t>
            </a:fld>
            <a:endParaRPr sz="1000">
              <a:solidFill>
                <a:srgbClr val="D8413E"/>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28db61699f_0_0"/>
          <p:cNvSpPr txBox="1"/>
          <p:nvPr>
            <p:ph type="title"/>
          </p:nvPr>
        </p:nvSpPr>
        <p:spPr>
          <a:xfrm>
            <a:off x="457200" y="304799"/>
            <a:ext cx="8234400" cy="7587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de-DE"/>
              <a:t>KOMMUNIKATIONSSERVER</a:t>
            </a:r>
            <a:endParaRPr/>
          </a:p>
        </p:txBody>
      </p:sp>
      <p:sp>
        <p:nvSpPr>
          <p:cNvPr id="122" name="Google Shape;122;g328db61699f_0_0"/>
          <p:cNvSpPr txBox="1"/>
          <p:nvPr>
            <p:ph idx="1" type="body"/>
          </p:nvPr>
        </p:nvSpPr>
        <p:spPr>
          <a:xfrm>
            <a:off x="457200" y="1223492"/>
            <a:ext cx="8234400" cy="3379200"/>
          </a:xfrm>
          <a:prstGeom prst="rect">
            <a:avLst/>
          </a:prstGeom>
          <a:noFill/>
          <a:ln>
            <a:noFill/>
          </a:ln>
        </p:spPr>
        <p:txBody>
          <a:bodyPr anchorCtr="0" anchor="t" bIns="45700" lIns="91425" spcFirstLastPara="1" rIns="91425" wrap="square" tIns="45700">
            <a:noAutofit/>
          </a:bodyPr>
          <a:lstStyle/>
          <a:p>
            <a:pPr indent="-269875" lvl="0" marL="269875" rtl="0" algn="l">
              <a:spcBef>
                <a:spcPts val="0"/>
              </a:spcBef>
              <a:spcAft>
                <a:spcPts val="0"/>
              </a:spcAft>
              <a:buClr>
                <a:srgbClr val="D8413E"/>
              </a:buClr>
              <a:buSzPts val="1800"/>
              <a:buFont typeface="Noto Sans Symbols"/>
              <a:buChar char="−"/>
            </a:pPr>
            <a:r>
              <a:rPr b="1" lang="de-DE"/>
              <a:t>Funktion</a:t>
            </a:r>
            <a:r>
              <a:rPr lang="de-DE"/>
              <a:t>:</a:t>
            </a:r>
            <a:endParaRPr/>
          </a:p>
          <a:p>
            <a:pPr indent="-257175" lvl="1" marL="714375" rtl="0" algn="l">
              <a:spcBef>
                <a:spcPts val="320"/>
              </a:spcBef>
              <a:spcAft>
                <a:spcPts val="0"/>
              </a:spcAft>
              <a:buSzPts val="1600"/>
              <a:buChar char="−"/>
            </a:pPr>
            <a:r>
              <a:rPr lang="de-DE"/>
              <a:t>Zentrale Verteilung von Nachrichten</a:t>
            </a:r>
            <a:endParaRPr/>
          </a:p>
          <a:p>
            <a:pPr indent="-257175" lvl="1" marL="714375" rtl="0" algn="l">
              <a:spcBef>
                <a:spcPts val="320"/>
              </a:spcBef>
              <a:spcAft>
                <a:spcPts val="0"/>
              </a:spcAft>
              <a:buSzPts val="1600"/>
              <a:buChar char="−"/>
            </a:pPr>
            <a:r>
              <a:rPr lang="de-DE"/>
              <a:t>Filter</a:t>
            </a:r>
            <a:endParaRPr/>
          </a:p>
          <a:p>
            <a:pPr indent="-257175" lvl="1" marL="714375" rtl="0" algn="l">
              <a:spcBef>
                <a:spcPts val="320"/>
              </a:spcBef>
              <a:spcAft>
                <a:spcPts val="0"/>
              </a:spcAft>
              <a:buSzPts val="1600"/>
              <a:buChar char="−"/>
            </a:pPr>
            <a:r>
              <a:rPr lang="de-DE"/>
              <a:t>Transformation</a:t>
            </a:r>
            <a:endParaRPr/>
          </a:p>
          <a:p>
            <a:pPr indent="-257175" lvl="1" marL="714375" rtl="0" algn="l">
              <a:spcBef>
                <a:spcPts val="320"/>
              </a:spcBef>
              <a:spcAft>
                <a:spcPts val="0"/>
              </a:spcAft>
              <a:buSzPts val="1600"/>
              <a:buChar char="−"/>
            </a:pPr>
            <a:r>
              <a:rPr lang="de-DE"/>
              <a:t>Vermeidung von n*m Kommunikationsschnittstellen</a:t>
            </a:r>
            <a:endParaRPr/>
          </a:p>
          <a:p>
            <a:pPr indent="-269875" lvl="0" marL="269875" rtl="0" algn="l">
              <a:spcBef>
                <a:spcPts val="360"/>
              </a:spcBef>
              <a:spcAft>
                <a:spcPts val="0"/>
              </a:spcAft>
              <a:buClr>
                <a:srgbClr val="D8413E"/>
              </a:buClr>
              <a:buSzPts val="1800"/>
              <a:buFont typeface="Noto Sans Symbols"/>
              <a:buChar char="−"/>
            </a:pPr>
            <a:r>
              <a:rPr b="1" lang="de-DE"/>
              <a:t>Software-Produkte</a:t>
            </a:r>
            <a:r>
              <a:rPr lang="de-DE"/>
              <a:t>:</a:t>
            </a:r>
            <a:endParaRPr/>
          </a:p>
          <a:p>
            <a:pPr indent="-257175" lvl="1" marL="714375" rtl="0" algn="l">
              <a:spcBef>
                <a:spcPts val="320"/>
              </a:spcBef>
              <a:spcAft>
                <a:spcPts val="0"/>
              </a:spcAft>
              <a:buSzPts val="1600"/>
              <a:buChar char="−"/>
            </a:pPr>
            <a:r>
              <a:rPr lang="de-DE"/>
              <a:t>eGate</a:t>
            </a:r>
            <a:endParaRPr/>
          </a:p>
          <a:p>
            <a:pPr indent="-257175" lvl="1" marL="714375" rtl="0" algn="l">
              <a:spcBef>
                <a:spcPts val="320"/>
              </a:spcBef>
              <a:spcAft>
                <a:spcPts val="0"/>
              </a:spcAft>
              <a:buSzPts val="1600"/>
              <a:buChar char="−"/>
            </a:pPr>
            <a:r>
              <a:rPr lang="de-DE"/>
              <a:t>Kodix (UKL)</a:t>
            </a:r>
            <a:endParaRPr/>
          </a:p>
          <a:p>
            <a:pPr indent="-257175" lvl="1" marL="714375" rtl="0" algn="l">
              <a:spcBef>
                <a:spcPts val="320"/>
              </a:spcBef>
              <a:spcAft>
                <a:spcPts val="0"/>
              </a:spcAft>
              <a:buSzPts val="1600"/>
              <a:buChar char="−"/>
            </a:pPr>
            <a:r>
              <a:rPr b="1" lang="de-DE"/>
              <a:t>NextGen Connect </a:t>
            </a:r>
            <a:r>
              <a:rPr lang="de-DE"/>
              <a:t>(früher Mirth Connect)</a:t>
            </a:r>
            <a:endParaRPr/>
          </a:p>
          <a:p>
            <a:pPr indent="-155575" lvl="0" marL="269875" rtl="0" algn="l">
              <a:spcBef>
                <a:spcPts val="360"/>
              </a:spcBef>
              <a:spcAft>
                <a:spcPts val="0"/>
              </a:spcAft>
              <a:buClr>
                <a:srgbClr val="D8413E"/>
              </a:buClr>
              <a:buSzPts val="1800"/>
              <a:buFont typeface="Noto Sans Symbols"/>
              <a:buNone/>
            </a:pPr>
            <a:r>
              <a:t/>
            </a:r>
            <a:endParaRPr/>
          </a:p>
        </p:txBody>
      </p:sp>
      <p:sp>
        <p:nvSpPr>
          <p:cNvPr id="123" name="Google Shape;123;g328db61699f_0_0"/>
          <p:cNvSpPr txBox="1"/>
          <p:nvPr>
            <p:ph idx="12" type="sldNum"/>
          </p:nvPr>
        </p:nvSpPr>
        <p:spPr>
          <a:xfrm>
            <a:off x="7948613" y="4879075"/>
            <a:ext cx="743100" cy="2046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D8413E"/>
              </a:buClr>
              <a:buSzPts val="1000"/>
              <a:buFont typeface="Arial"/>
              <a:buNone/>
            </a:pPr>
            <a:fld id="{00000000-1234-1234-1234-123412341234}" type="slidenum">
              <a:rPr lang="de-DE" sz="1000">
                <a:solidFill>
                  <a:srgbClr val="D8413E"/>
                </a:solidFill>
                <a:latin typeface="Arial"/>
                <a:ea typeface="Arial"/>
                <a:cs typeface="Arial"/>
                <a:sym typeface="Arial"/>
              </a:rPr>
              <a:t>‹#›</a:t>
            </a:fld>
            <a:endParaRPr sz="1000">
              <a:solidFill>
                <a:srgbClr val="D8413E"/>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4"/>
          <p:cNvSpPr txBox="1"/>
          <p:nvPr>
            <p:ph type="title"/>
          </p:nvPr>
        </p:nvSpPr>
        <p:spPr>
          <a:xfrm>
            <a:off x="457200" y="304799"/>
            <a:ext cx="8234363" cy="75882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de-DE"/>
              <a:t>KOMMUNIKATIONSSERVER</a:t>
            </a:r>
            <a:endParaRPr/>
          </a:p>
        </p:txBody>
      </p:sp>
      <p:sp>
        <p:nvSpPr>
          <p:cNvPr id="129" name="Google Shape;129;p4"/>
          <p:cNvSpPr txBox="1"/>
          <p:nvPr>
            <p:ph idx="12" type="sldNum"/>
          </p:nvPr>
        </p:nvSpPr>
        <p:spPr>
          <a:xfrm>
            <a:off x="7948613" y="4879075"/>
            <a:ext cx="742950" cy="204716"/>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D8413E"/>
              </a:buClr>
              <a:buSzPts val="1000"/>
              <a:buFont typeface="Arial"/>
              <a:buNone/>
            </a:pPr>
            <a:fld id="{00000000-1234-1234-1234-123412341234}" type="slidenum">
              <a:rPr lang="de-DE" sz="1000">
                <a:solidFill>
                  <a:srgbClr val="D8413E"/>
                </a:solidFill>
                <a:latin typeface="Arial"/>
                <a:ea typeface="Arial"/>
                <a:cs typeface="Arial"/>
                <a:sym typeface="Arial"/>
              </a:rPr>
              <a:t>‹#›</a:t>
            </a:fld>
            <a:endParaRPr sz="1000">
              <a:solidFill>
                <a:srgbClr val="D8413E"/>
              </a:solidFill>
              <a:latin typeface="Arial"/>
              <a:ea typeface="Arial"/>
              <a:cs typeface="Arial"/>
              <a:sym typeface="Arial"/>
            </a:endParaRPr>
          </a:p>
        </p:txBody>
      </p:sp>
      <p:pic>
        <p:nvPicPr>
          <p:cNvPr id="130" name="Google Shape;130;p4"/>
          <p:cNvPicPr preferRelativeResize="0"/>
          <p:nvPr>
            <p:ph idx="1" type="body"/>
          </p:nvPr>
        </p:nvPicPr>
        <p:blipFill rotWithShape="1">
          <a:blip r:embed="rId4">
            <a:alphaModFix/>
          </a:blip>
          <a:srcRect b="11101" l="0" r="0" t="0"/>
          <a:stretch/>
        </p:blipFill>
        <p:spPr>
          <a:xfrm>
            <a:off x="1186234" y="1223963"/>
            <a:ext cx="6776294" cy="3378200"/>
          </a:xfrm>
          <a:prstGeom prst="rect">
            <a:avLst/>
          </a:prstGeom>
          <a:noFill/>
          <a:ln>
            <a:noFill/>
          </a:ln>
        </p:spPr>
      </p:pic>
      <p:sp>
        <p:nvSpPr>
          <p:cNvPr id="131" name="Google Shape;131;p4"/>
          <p:cNvSpPr/>
          <p:nvPr/>
        </p:nvSpPr>
        <p:spPr>
          <a:xfrm>
            <a:off x="2191869" y="2407024"/>
            <a:ext cx="1270748" cy="719419"/>
          </a:xfrm>
          <a:prstGeom prst="ellipse">
            <a:avLst/>
          </a:prstGeom>
          <a:noFill/>
          <a:ln cap="flat" cmpd="sng" w="25400">
            <a:solidFill>
              <a:srgbClr val="FF545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5"/>
          <p:cNvSpPr txBox="1"/>
          <p:nvPr>
            <p:ph type="title"/>
          </p:nvPr>
        </p:nvSpPr>
        <p:spPr>
          <a:xfrm>
            <a:off x="457200" y="304799"/>
            <a:ext cx="8234363" cy="75882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de-DE"/>
              <a:t>FAST HEALTHCARE INTEROPERABILITY RESOURCES (FHIR)</a:t>
            </a:r>
            <a:endParaRPr/>
          </a:p>
        </p:txBody>
      </p:sp>
      <p:sp>
        <p:nvSpPr>
          <p:cNvPr id="137" name="Google Shape;137;p5"/>
          <p:cNvSpPr txBox="1"/>
          <p:nvPr>
            <p:ph idx="1" type="body"/>
          </p:nvPr>
        </p:nvSpPr>
        <p:spPr>
          <a:xfrm>
            <a:off x="457200" y="1223500"/>
            <a:ext cx="4336800" cy="3379200"/>
          </a:xfrm>
          <a:prstGeom prst="rect">
            <a:avLst/>
          </a:prstGeom>
          <a:noFill/>
          <a:ln>
            <a:noFill/>
          </a:ln>
        </p:spPr>
        <p:txBody>
          <a:bodyPr anchorCtr="0" anchor="t" bIns="45700" lIns="91425" spcFirstLastPara="1" rIns="91425" wrap="square" tIns="45700">
            <a:noAutofit/>
          </a:bodyPr>
          <a:lstStyle/>
          <a:p>
            <a:pPr indent="-263525" lvl="0" marL="269875" rtl="0" algn="l">
              <a:spcBef>
                <a:spcPts val="0"/>
              </a:spcBef>
              <a:spcAft>
                <a:spcPts val="0"/>
              </a:spcAft>
              <a:buClr>
                <a:srgbClr val="D8413E"/>
              </a:buClr>
              <a:buSzPts val="1700"/>
              <a:buFont typeface="Noto Sans Symbols"/>
              <a:buChar char="−"/>
            </a:pPr>
            <a:r>
              <a:rPr lang="de-DE" sz="1700"/>
              <a:t>B</a:t>
            </a:r>
            <a:r>
              <a:rPr lang="de-DE" sz="1700"/>
              <a:t>estehend aus konsistenten, einfach zu verstehenden </a:t>
            </a:r>
            <a:r>
              <a:rPr lang="de-DE" sz="1700"/>
              <a:t>Ressourcen</a:t>
            </a:r>
            <a:endParaRPr sz="1700"/>
          </a:p>
          <a:p>
            <a:pPr indent="-263525" lvl="0" marL="269875" rtl="0" algn="l">
              <a:spcBef>
                <a:spcPts val="360"/>
              </a:spcBef>
              <a:spcAft>
                <a:spcPts val="0"/>
              </a:spcAft>
              <a:buClr>
                <a:srgbClr val="D8413E"/>
              </a:buClr>
              <a:buSzPts val="1700"/>
              <a:buFont typeface="Noto Sans Symbols"/>
              <a:buChar char="−"/>
            </a:pPr>
            <a:r>
              <a:rPr lang="de-DE" sz="1700">
                <a:extLst>
                  <a:ext uri="http://customooxmlschemas.google.com/">
                    <go:slidesCustomData xmlns:go="http://customooxmlschemas.google.com/" textRoundtripDataId="0"/>
                  </a:ext>
                </a:extLst>
              </a:rPr>
              <a:t>80</a:t>
            </a:r>
            <a:r>
              <a:rPr lang="de-DE" sz="1700"/>
              <a:t>-20 Prinzip,der Standard (momentan R4) deckt die meisten Anwendungen ab, Rest durch Extensions </a:t>
            </a:r>
            <a:endParaRPr sz="1700"/>
          </a:p>
          <a:p>
            <a:pPr indent="-263525" lvl="0" marL="269875" rtl="0" algn="l">
              <a:spcBef>
                <a:spcPts val="360"/>
              </a:spcBef>
              <a:spcAft>
                <a:spcPts val="0"/>
              </a:spcAft>
              <a:buClr>
                <a:srgbClr val="D8413E"/>
              </a:buClr>
              <a:buSzPts val="1700"/>
              <a:buFont typeface="Noto Sans Symbols"/>
              <a:buChar char="−"/>
            </a:pPr>
            <a:r>
              <a:rPr lang="de-DE" sz="1700"/>
              <a:t>Web-Technologie (Restful API) + human readability</a:t>
            </a:r>
            <a:endParaRPr sz="1700"/>
          </a:p>
          <a:p>
            <a:pPr indent="-263525" lvl="0" marL="269875" rtl="0" algn="l">
              <a:spcBef>
                <a:spcPts val="360"/>
              </a:spcBef>
              <a:spcAft>
                <a:spcPts val="0"/>
              </a:spcAft>
              <a:buClr>
                <a:srgbClr val="D8413E"/>
              </a:buClr>
              <a:buSzPts val="1700"/>
              <a:buFont typeface="Noto Sans Symbols"/>
              <a:buChar char="−"/>
            </a:pPr>
            <a:r>
              <a:rPr lang="de-DE" sz="1700"/>
              <a:t>OpenSource (Spezifikation, Tools, Server, Libs)</a:t>
            </a:r>
            <a:endParaRPr sz="1700"/>
          </a:p>
          <a:p>
            <a:pPr indent="-263525" lvl="0" marL="269875" rtl="0" algn="l">
              <a:spcBef>
                <a:spcPts val="360"/>
              </a:spcBef>
              <a:spcAft>
                <a:spcPts val="0"/>
              </a:spcAft>
              <a:buSzPts val="1700"/>
              <a:buChar char="−"/>
            </a:pPr>
            <a:r>
              <a:rPr lang="de-DE" sz="1700"/>
              <a:t>Betreut von HL7</a:t>
            </a:r>
            <a:endParaRPr sz="1700"/>
          </a:p>
          <a:p>
            <a:pPr indent="-263525" lvl="0" marL="269875" rtl="0" algn="l">
              <a:spcBef>
                <a:spcPts val="360"/>
              </a:spcBef>
              <a:spcAft>
                <a:spcPts val="0"/>
              </a:spcAft>
              <a:buSzPts val="1700"/>
              <a:buChar char="−"/>
            </a:pPr>
            <a:r>
              <a:rPr lang="de-DE" sz="1700"/>
              <a:t>Anwendung in Deutschland im Rahmen der MII (Kerndatensatz)</a:t>
            </a:r>
            <a:endParaRPr sz="1700"/>
          </a:p>
        </p:txBody>
      </p:sp>
      <p:sp>
        <p:nvSpPr>
          <p:cNvPr id="138" name="Google Shape;138;p5"/>
          <p:cNvSpPr txBox="1"/>
          <p:nvPr>
            <p:ph idx="12" type="sldNum"/>
          </p:nvPr>
        </p:nvSpPr>
        <p:spPr>
          <a:xfrm>
            <a:off x="7948613" y="4879075"/>
            <a:ext cx="742950" cy="204716"/>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D8413E"/>
              </a:buClr>
              <a:buSzPts val="1000"/>
              <a:buFont typeface="Arial"/>
              <a:buNone/>
            </a:pPr>
            <a:fld id="{00000000-1234-1234-1234-123412341234}" type="slidenum">
              <a:rPr lang="de-DE" sz="1000">
                <a:solidFill>
                  <a:srgbClr val="D8413E"/>
                </a:solidFill>
                <a:latin typeface="Arial"/>
                <a:ea typeface="Arial"/>
                <a:cs typeface="Arial"/>
                <a:sym typeface="Arial"/>
              </a:rPr>
              <a:t>‹#›</a:t>
            </a:fld>
            <a:endParaRPr sz="1000">
              <a:solidFill>
                <a:srgbClr val="D8413E"/>
              </a:solidFill>
              <a:latin typeface="Arial"/>
              <a:ea typeface="Arial"/>
              <a:cs typeface="Arial"/>
              <a:sym typeface="Arial"/>
            </a:endParaRPr>
          </a:p>
        </p:txBody>
      </p:sp>
      <p:pic>
        <p:nvPicPr>
          <p:cNvPr id="139" name="Google Shape;139;p5"/>
          <p:cNvPicPr preferRelativeResize="0"/>
          <p:nvPr>
            <p:ph idx="1" type="body"/>
          </p:nvPr>
        </p:nvPicPr>
        <p:blipFill rotWithShape="1">
          <a:blip r:embed="rId3">
            <a:alphaModFix/>
          </a:blip>
          <a:srcRect b="0" l="0" r="0" t="0"/>
          <a:stretch/>
        </p:blipFill>
        <p:spPr>
          <a:xfrm>
            <a:off x="4889066" y="1223488"/>
            <a:ext cx="3802500" cy="2976600"/>
          </a:xfrm>
          <a:prstGeom prst="rect">
            <a:avLst/>
          </a:prstGeom>
          <a:noFill/>
          <a:ln>
            <a:noFill/>
          </a:ln>
        </p:spPr>
      </p:pic>
      <p:sp>
        <p:nvSpPr>
          <p:cNvPr id="140" name="Google Shape;140;p5"/>
          <p:cNvSpPr txBox="1"/>
          <p:nvPr/>
        </p:nvSpPr>
        <p:spPr>
          <a:xfrm>
            <a:off x="4794000" y="4200100"/>
            <a:ext cx="3897600" cy="48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DE" sz="900">
                <a:solidFill>
                  <a:srgbClr val="888888"/>
                </a:solidFill>
              </a:rPr>
              <a:t>https://www.medizininformatik-initiative.de/Kerndatensatz/Modul_Person_Version_2/MIIIGModulPerson-TechnischeImplementierung-FHIR-Profile-PatientInPatient.html</a:t>
            </a:r>
            <a:endParaRPr sz="800">
              <a:solidFill>
                <a:srgbClr val="888888"/>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
          <p:cNvSpPr txBox="1"/>
          <p:nvPr>
            <p:ph type="title"/>
          </p:nvPr>
        </p:nvSpPr>
        <p:spPr>
          <a:xfrm>
            <a:off x="457200" y="304799"/>
            <a:ext cx="8234363" cy="75882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de-DE">
                <a:extLst>
                  <a:ext uri="http://customooxmlschemas.google.com/">
                    <go:slidesCustomData xmlns:go="http://customooxmlschemas.google.com/" textRoundtripDataId="1"/>
                  </a:ext>
                </a:extLst>
              </a:rPr>
              <a:t>ZIEL DER ÜBUNG</a:t>
            </a:r>
            <a:endParaRPr/>
          </a:p>
        </p:txBody>
      </p:sp>
      <p:sp>
        <p:nvSpPr>
          <p:cNvPr id="146" name="Google Shape;146;p2"/>
          <p:cNvSpPr txBox="1"/>
          <p:nvPr>
            <p:ph idx="1" type="body"/>
          </p:nvPr>
        </p:nvSpPr>
        <p:spPr>
          <a:xfrm>
            <a:off x="457200" y="1223492"/>
            <a:ext cx="8234363" cy="3379199"/>
          </a:xfrm>
          <a:prstGeom prst="rect">
            <a:avLst/>
          </a:prstGeom>
          <a:noFill/>
          <a:ln>
            <a:noFill/>
          </a:ln>
        </p:spPr>
        <p:txBody>
          <a:bodyPr anchorCtr="0" anchor="t" bIns="45700" lIns="91425" spcFirstLastPara="1" rIns="91425" wrap="square" tIns="45700">
            <a:noAutofit/>
          </a:bodyPr>
          <a:lstStyle/>
          <a:p>
            <a:pPr indent="-269875" lvl="0" marL="269875" rtl="0" algn="l">
              <a:spcBef>
                <a:spcPts val="0"/>
              </a:spcBef>
              <a:spcAft>
                <a:spcPts val="0"/>
              </a:spcAft>
              <a:buClr>
                <a:srgbClr val="D8413E"/>
              </a:buClr>
              <a:buSzPts val="1800"/>
              <a:buFont typeface="Noto Sans Symbols"/>
              <a:buChar char="−"/>
            </a:pPr>
            <a:r>
              <a:rPr lang="de-DE"/>
              <a:t>Transformation von CSV nach FHIR</a:t>
            </a:r>
            <a:endParaRPr/>
          </a:p>
          <a:p>
            <a:pPr indent="-257175" lvl="1" marL="714375" rtl="0" algn="l">
              <a:spcBef>
                <a:spcPts val="320"/>
              </a:spcBef>
              <a:spcAft>
                <a:spcPts val="0"/>
              </a:spcAft>
              <a:buSzPts val="1600"/>
              <a:buChar char="−"/>
            </a:pPr>
            <a:r>
              <a:rPr lang="de-DE"/>
              <a:t>Mapping nach FHIR mit MII-KDS</a:t>
            </a:r>
            <a:endParaRPr/>
          </a:p>
          <a:p>
            <a:pPr indent="-269875" lvl="0" marL="269875" rtl="0" algn="l">
              <a:spcBef>
                <a:spcPts val="360"/>
              </a:spcBef>
              <a:spcAft>
                <a:spcPts val="0"/>
              </a:spcAft>
              <a:buClr>
                <a:srgbClr val="D8413E"/>
              </a:buClr>
              <a:buSzPts val="1800"/>
              <a:buFont typeface="Noto Sans Symbols"/>
              <a:buChar char="−"/>
            </a:pPr>
            <a:r>
              <a:rPr lang="de-DE"/>
              <a:t>Erstellen von Channels mit Mirth-Connect</a:t>
            </a:r>
            <a:endParaRPr/>
          </a:p>
          <a:p>
            <a:pPr indent="-257175" lvl="1" marL="714375" rtl="0" algn="l">
              <a:spcBef>
                <a:spcPts val="320"/>
              </a:spcBef>
              <a:spcAft>
                <a:spcPts val="0"/>
              </a:spcAft>
              <a:buSzPts val="1600"/>
              <a:buChar char="−"/>
            </a:pPr>
            <a:r>
              <a:rPr lang="de-DE"/>
              <a:t>Daten empfangen</a:t>
            </a:r>
            <a:endParaRPr/>
          </a:p>
          <a:p>
            <a:pPr indent="-257175" lvl="1" marL="714375" rtl="0" algn="l">
              <a:spcBef>
                <a:spcPts val="320"/>
              </a:spcBef>
              <a:spcAft>
                <a:spcPts val="0"/>
              </a:spcAft>
              <a:buSzPts val="1600"/>
              <a:buChar char="−"/>
            </a:pPr>
            <a:r>
              <a:rPr lang="de-DE"/>
              <a:t>Transformieren</a:t>
            </a:r>
            <a:endParaRPr/>
          </a:p>
          <a:p>
            <a:pPr indent="-257175" lvl="1" marL="714375" rtl="0" algn="l">
              <a:spcBef>
                <a:spcPts val="320"/>
              </a:spcBef>
              <a:spcAft>
                <a:spcPts val="0"/>
              </a:spcAft>
              <a:buSzPts val="1600"/>
              <a:buChar char="−"/>
            </a:pPr>
            <a:r>
              <a:rPr lang="de-DE"/>
              <a:t>Ausgabe von Daten im FHIR-Format</a:t>
            </a:r>
            <a:endParaRPr/>
          </a:p>
          <a:p>
            <a:pPr indent="-269875" lvl="0" marL="269875" rtl="0" algn="l">
              <a:spcBef>
                <a:spcPts val="360"/>
              </a:spcBef>
              <a:spcAft>
                <a:spcPts val="0"/>
              </a:spcAft>
              <a:buClr>
                <a:srgbClr val="D8413E"/>
              </a:buClr>
              <a:buSzPts val="1800"/>
              <a:buFont typeface="Noto Sans Symbols"/>
              <a:buChar char="−"/>
            </a:pPr>
            <a:r>
              <a:rPr lang="de-DE"/>
              <a:t>Senden der FHIR-Daten an einen FHIR-Server</a:t>
            </a:r>
            <a:endParaRPr/>
          </a:p>
          <a:p>
            <a:pPr indent="-257175" lvl="1" marL="714375" rtl="0" algn="l">
              <a:spcBef>
                <a:spcPts val="320"/>
              </a:spcBef>
              <a:spcAft>
                <a:spcPts val="0"/>
              </a:spcAft>
              <a:buSzPts val="1600"/>
              <a:buChar char="−"/>
            </a:pPr>
            <a:r>
              <a:rPr lang="de-DE"/>
              <a:t>Überprüfung der transformierten FHIR-Daten mit ClinFHIR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txBox="1"/>
          <p:nvPr>
            <p:ph type="title"/>
          </p:nvPr>
        </p:nvSpPr>
        <p:spPr>
          <a:xfrm>
            <a:off x="457200" y="304799"/>
            <a:ext cx="8234363" cy="75882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de-DE"/>
              <a:t>TRANSFORMATION VON CSV NACH FHIR MIT MIRTH-CONNECT</a:t>
            </a:r>
            <a:endParaRPr/>
          </a:p>
        </p:txBody>
      </p:sp>
      <p:sp>
        <p:nvSpPr>
          <p:cNvPr id="152" name="Google Shape;152;p6"/>
          <p:cNvSpPr txBox="1"/>
          <p:nvPr>
            <p:ph idx="1" type="body"/>
          </p:nvPr>
        </p:nvSpPr>
        <p:spPr>
          <a:xfrm>
            <a:off x="457200" y="1617134"/>
            <a:ext cx="8234363" cy="298555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Font typeface="Arial"/>
              <a:buAutoNum type="arabicPeriod"/>
            </a:pPr>
            <a:r>
              <a:rPr lang="de-DE"/>
              <a:t>Eingangsdaten</a:t>
            </a:r>
            <a:endParaRPr/>
          </a:p>
          <a:p>
            <a:pPr indent="-257175" lvl="1" marL="714375" rtl="0" algn="l">
              <a:spcBef>
                <a:spcPts val="320"/>
              </a:spcBef>
              <a:spcAft>
                <a:spcPts val="0"/>
              </a:spcAft>
              <a:buSzPts val="1600"/>
              <a:buChar char="−"/>
            </a:pPr>
            <a:r>
              <a:rPr lang="de-DE"/>
              <a:t>CSV-Datensatz</a:t>
            </a:r>
            <a:endParaRPr/>
          </a:p>
          <a:p>
            <a:pPr indent="-342900" lvl="0" marL="342900" rtl="0" algn="l">
              <a:spcBef>
                <a:spcPts val="360"/>
              </a:spcBef>
              <a:spcAft>
                <a:spcPts val="0"/>
              </a:spcAft>
              <a:buSzPts val="1800"/>
              <a:buFont typeface="Arial"/>
              <a:buAutoNum type="arabicPeriod"/>
            </a:pPr>
            <a:r>
              <a:rPr lang="de-DE"/>
              <a:t>Transformation mit Mirth-Connect</a:t>
            </a:r>
            <a:endParaRPr/>
          </a:p>
          <a:p>
            <a:pPr indent="-257175" lvl="1" marL="714375" rtl="0" algn="l">
              <a:spcBef>
                <a:spcPts val="320"/>
              </a:spcBef>
              <a:spcAft>
                <a:spcPts val="0"/>
              </a:spcAft>
              <a:buSzPts val="1600"/>
              <a:buChar char="−"/>
            </a:pPr>
            <a:r>
              <a:rPr lang="de-DE"/>
              <a:t>Mapping von Spalten der CSV auf FHIR-Attribute</a:t>
            </a:r>
            <a:endParaRPr/>
          </a:p>
          <a:p>
            <a:pPr indent="-257175" lvl="1" marL="714375" rtl="0" algn="l">
              <a:spcBef>
                <a:spcPts val="320"/>
              </a:spcBef>
              <a:spcAft>
                <a:spcPts val="0"/>
              </a:spcAft>
              <a:buSzPts val="1600"/>
              <a:buChar char="−"/>
            </a:pPr>
            <a:r>
              <a:rPr lang="de-DE"/>
              <a:t>Basierend auf FHIR Message Template</a:t>
            </a:r>
            <a:endParaRPr/>
          </a:p>
          <a:p>
            <a:pPr indent="-342900" lvl="0" marL="342900" rtl="0" algn="l">
              <a:spcBef>
                <a:spcPts val="360"/>
              </a:spcBef>
              <a:spcAft>
                <a:spcPts val="0"/>
              </a:spcAft>
              <a:buSzPts val="1800"/>
              <a:buFont typeface="Arial"/>
              <a:buAutoNum type="arabicPeriod"/>
            </a:pPr>
            <a:r>
              <a:rPr lang="de-DE"/>
              <a:t>Ausgabe</a:t>
            </a:r>
            <a:endParaRPr/>
          </a:p>
          <a:p>
            <a:pPr indent="-342900" lvl="1" marL="787400" rtl="0" algn="l">
              <a:spcBef>
                <a:spcPts val="320"/>
              </a:spcBef>
              <a:spcAft>
                <a:spcPts val="0"/>
              </a:spcAft>
              <a:buSzPts val="1600"/>
              <a:buChar char="−"/>
            </a:pPr>
            <a:r>
              <a:rPr lang="de-DE"/>
              <a:t>JSON-Bundle im FHIR-Format</a:t>
            </a:r>
            <a:endParaRPr/>
          </a:p>
          <a:p>
            <a:pPr indent="-342900" lvl="1" marL="787400" rtl="0" algn="l">
              <a:spcBef>
                <a:spcPts val="320"/>
              </a:spcBef>
              <a:spcAft>
                <a:spcPts val="0"/>
              </a:spcAft>
              <a:buSzPts val="1600"/>
              <a:buChar char="−"/>
            </a:pPr>
            <a:r>
              <a:rPr lang="de-DE"/>
              <a:t>Zum Senden an einen FHIR-Server</a:t>
            </a:r>
            <a:endParaRPr/>
          </a:p>
        </p:txBody>
      </p:sp>
      <p:sp>
        <p:nvSpPr>
          <p:cNvPr id="153" name="Google Shape;153;p6"/>
          <p:cNvSpPr txBox="1"/>
          <p:nvPr>
            <p:ph idx="2" type="body"/>
          </p:nvPr>
        </p:nvSpPr>
        <p:spPr>
          <a:xfrm>
            <a:off x="457200" y="1125940"/>
            <a:ext cx="8234363" cy="377740"/>
          </a:xfrm>
          <a:prstGeom prst="rect">
            <a:avLst/>
          </a:prstGeom>
          <a:noFill/>
          <a:ln>
            <a:noFill/>
          </a:ln>
        </p:spPr>
        <p:txBody>
          <a:bodyPr anchorCtr="0" anchor="b" bIns="45700" lIns="91425" spcFirstLastPara="1" rIns="91425" wrap="square" tIns="45700">
            <a:noAutofit/>
          </a:bodyPr>
          <a:lstStyle/>
          <a:p>
            <a:pPr indent="-342900" lvl="0" marL="342900" rtl="0" algn="l">
              <a:spcBef>
                <a:spcPts val="0"/>
              </a:spcBef>
              <a:spcAft>
                <a:spcPts val="0"/>
              </a:spcAft>
              <a:buNone/>
            </a:pPr>
            <a:r>
              <a:rPr lang="de-DE"/>
              <a:t>ABLAUF</a:t>
            </a:r>
            <a:endParaRPr/>
          </a:p>
        </p:txBody>
      </p:sp>
      <p:sp>
        <p:nvSpPr>
          <p:cNvPr id="154" name="Google Shape;154;p6"/>
          <p:cNvSpPr txBox="1"/>
          <p:nvPr>
            <p:ph idx="12" type="sldNum"/>
          </p:nvPr>
        </p:nvSpPr>
        <p:spPr>
          <a:xfrm>
            <a:off x="7948613" y="4879075"/>
            <a:ext cx="742950" cy="204716"/>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D8413E"/>
              </a:buClr>
              <a:buSzPts val="1000"/>
              <a:buFont typeface="Arial"/>
              <a:buNone/>
            </a:pPr>
            <a:fld id="{00000000-1234-1234-1234-123412341234}" type="slidenum">
              <a:rPr lang="de-DE" sz="1000">
                <a:solidFill>
                  <a:srgbClr val="D8413E"/>
                </a:solidFill>
                <a:latin typeface="Arial"/>
                <a:ea typeface="Arial"/>
                <a:cs typeface="Arial"/>
                <a:sym typeface="Arial"/>
              </a:rPr>
              <a:t>‹#›</a:t>
            </a:fld>
            <a:endParaRPr sz="1000">
              <a:solidFill>
                <a:srgbClr val="D8413E"/>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7"/>
          <p:cNvSpPr txBox="1"/>
          <p:nvPr>
            <p:ph type="title"/>
          </p:nvPr>
        </p:nvSpPr>
        <p:spPr>
          <a:xfrm>
            <a:off x="457200" y="304797"/>
            <a:ext cx="8229600" cy="75882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de-DE"/>
              <a:t>TRANSFORMATION VON CSV NACH FHIR MIT MIRTH-CONNECT</a:t>
            </a:r>
            <a:endParaRPr/>
          </a:p>
        </p:txBody>
      </p:sp>
      <p:pic>
        <p:nvPicPr>
          <p:cNvPr id="160" name="Google Shape;160;p7"/>
          <p:cNvPicPr preferRelativeResize="0"/>
          <p:nvPr>
            <p:ph idx="1" type="body"/>
          </p:nvPr>
        </p:nvPicPr>
        <p:blipFill rotWithShape="1">
          <a:blip r:embed="rId3">
            <a:alphaModFix/>
          </a:blip>
          <a:srcRect b="0" l="0" r="0" t="0"/>
          <a:stretch/>
        </p:blipFill>
        <p:spPr>
          <a:xfrm>
            <a:off x="532341" y="1466375"/>
            <a:ext cx="3802500" cy="2976600"/>
          </a:xfrm>
          <a:prstGeom prst="rect">
            <a:avLst/>
          </a:prstGeom>
          <a:noFill/>
          <a:ln>
            <a:noFill/>
          </a:ln>
        </p:spPr>
      </p:pic>
      <p:sp>
        <p:nvSpPr>
          <p:cNvPr id="161" name="Google Shape;161;p7"/>
          <p:cNvSpPr txBox="1"/>
          <p:nvPr>
            <p:ph idx="2" type="body"/>
          </p:nvPr>
        </p:nvSpPr>
        <p:spPr>
          <a:xfrm>
            <a:off x="457200" y="1139588"/>
            <a:ext cx="8229600" cy="364092"/>
          </a:xfrm>
          <a:prstGeom prst="rect">
            <a:avLst/>
          </a:prstGeom>
          <a:noFill/>
          <a:ln>
            <a:noFill/>
          </a:ln>
        </p:spPr>
        <p:txBody>
          <a:bodyPr anchorCtr="0" anchor="b" bIns="45700" lIns="91425" spcFirstLastPara="1" rIns="91425" wrap="square" tIns="45700">
            <a:noAutofit/>
          </a:bodyPr>
          <a:lstStyle/>
          <a:p>
            <a:pPr indent="-342900" lvl="0" marL="342900" rtl="0" algn="l">
              <a:spcBef>
                <a:spcPts val="0"/>
              </a:spcBef>
              <a:spcAft>
                <a:spcPts val="0"/>
              </a:spcAft>
              <a:buNone/>
            </a:pPr>
            <a:r>
              <a:rPr b="1" lang="de-DE"/>
              <a:t>FHIR-TEMPLATE</a:t>
            </a:r>
            <a:r>
              <a:rPr lang="de-DE"/>
              <a:t>: MII-PATIENT</a:t>
            </a:r>
            <a:endParaRPr/>
          </a:p>
        </p:txBody>
      </p:sp>
      <p:pic>
        <p:nvPicPr>
          <p:cNvPr id="162" name="Google Shape;162;p7"/>
          <p:cNvPicPr preferRelativeResize="0"/>
          <p:nvPr>
            <p:ph idx="3" type="body"/>
          </p:nvPr>
        </p:nvPicPr>
        <p:blipFill rotWithShape="1">
          <a:blip r:embed="rId4">
            <a:alphaModFix/>
          </a:blip>
          <a:srcRect b="0" l="0" r="0" t="0"/>
          <a:stretch/>
        </p:blipFill>
        <p:spPr>
          <a:xfrm>
            <a:off x="5187050" y="1483038"/>
            <a:ext cx="3002400" cy="2976600"/>
          </a:xfrm>
          <a:prstGeom prst="rect">
            <a:avLst/>
          </a:prstGeom>
          <a:noFill/>
          <a:ln>
            <a:noFill/>
          </a:ln>
        </p:spPr>
      </p:pic>
      <p:sp>
        <p:nvSpPr>
          <p:cNvPr id="163" name="Google Shape;163;p7"/>
          <p:cNvSpPr txBox="1"/>
          <p:nvPr>
            <p:ph idx="12" type="sldNum"/>
          </p:nvPr>
        </p:nvSpPr>
        <p:spPr>
          <a:xfrm>
            <a:off x="7948613" y="4879075"/>
            <a:ext cx="742950" cy="204716"/>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D8413E"/>
              </a:buClr>
              <a:buSzPts val="1000"/>
              <a:buFont typeface="Arial"/>
              <a:buNone/>
            </a:pPr>
            <a:fld id="{00000000-1234-1234-1234-123412341234}" type="slidenum">
              <a:rPr lang="de-DE" sz="1000">
                <a:solidFill>
                  <a:srgbClr val="D8413E"/>
                </a:solidFill>
                <a:latin typeface="Arial"/>
                <a:ea typeface="Arial"/>
                <a:cs typeface="Arial"/>
                <a:sym typeface="Arial"/>
              </a:rPr>
              <a:t>‹#›</a:t>
            </a:fld>
            <a:endParaRPr sz="1000">
              <a:solidFill>
                <a:srgbClr val="D8413E"/>
              </a:solidFill>
              <a:latin typeface="Arial"/>
              <a:ea typeface="Arial"/>
              <a:cs typeface="Arial"/>
              <a:sym typeface="Arial"/>
            </a:endParaRPr>
          </a:p>
        </p:txBody>
      </p:sp>
      <p:sp>
        <p:nvSpPr>
          <p:cNvPr id="164" name="Google Shape;164;p7"/>
          <p:cNvSpPr/>
          <p:nvPr/>
        </p:nvSpPr>
        <p:spPr>
          <a:xfrm>
            <a:off x="601741" y="1863754"/>
            <a:ext cx="771900" cy="302700"/>
          </a:xfrm>
          <a:prstGeom prst="ellipse">
            <a:avLst/>
          </a:prstGeom>
          <a:noFill/>
          <a:ln cap="flat" cmpd="sng" w="19050">
            <a:solidFill>
              <a:srgbClr val="FF545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 name="Google Shape;165;p7"/>
          <p:cNvSpPr/>
          <p:nvPr/>
        </p:nvSpPr>
        <p:spPr>
          <a:xfrm>
            <a:off x="5404445" y="2655935"/>
            <a:ext cx="771900" cy="302700"/>
          </a:xfrm>
          <a:prstGeom prst="ellipse">
            <a:avLst/>
          </a:prstGeom>
          <a:noFill/>
          <a:ln cap="flat" cmpd="sng" w="19050">
            <a:solidFill>
              <a:srgbClr val="FF545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66" name="Google Shape;166;p7"/>
          <p:cNvCxnSpPr/>
          <p:nvPr/>
        </p:nvCxnSpPr>
        <p:spPr>
          <a:xfrm>
            <a:off x="4447609" y="2738470"/>
            <a:ext cx="517800" cy="0"/>
          </a:xfrm>
          <a:prstGeom prst="straightConnector1">
            <a:avLst/>
          </a:prstGeom>
          <a:noFill/>
          <a:ln cap="flat" cmpd="sng" w="38100">
            <a:solidFill>
              <a:srgbClr val="FF5451"/>
            </a:solidFill>
            <a:prstDash val="solid"/>
            <a:round/>
            <a:headEnd len="sm" w="sm" type="none"/>
            <a:tailEnd len="med" w="med" type="triangle"/>
          </a:ln>
          <a:effectLst>
            <a:outerShdw blurRad="40000" rotWithShape="0" dir="5400000" dist="20000">
              <a:srgbClr val="000000">
                <a:alpha val="37647"/>
              </a:srgbClr>
            </a:outerShdw>
          </a:effectLst>
        </p:spPr>
      </p:cxnSp>
      <p:sp>
        <p:nvSpPr>
          <p:cNvPr id="167" name="Google Shape;167;p7"/>
          <p:cNvSpPr txBox="1"/>
          <p:nvPr/>
        </p:nvSpPr>
        <p:spPr>
          <a:xfrm>
            <a:off x="457200" y="4393975"/>
            <a:ext cx="4039800" cy="48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DE" sz="800">
                <a:solidFill>
                  <a:srgbClr val="888888"/>
                </a:solidFill>
              </a:rPr>
              <a:t>https://www.medizininformatik-initiative.de/Kerndatensatz/Modul_Person_Version_2/MIIIGModulPerson-TechnischeImplementierung-FHIR-Profile-PatientInPatient.html</a:t>
            </a:r>
            <a:endParaRPr sz="700">
              <a:solidFill>
                <a:srgbClr val="888888"/>
              </a:solidFill>
            </a:endParaRPr>
          </a:p>
        </p:txBody>
      </p:sp>
      <p:sp>
        <p:nvSpPr>
          <p:cNvPr id="168" name="Google Shape;168;p7"/>
          <p:cNvSpPr txBox="1"/>
          <p:nvPr/>
        </p:nvSpPr>
        <p:spPr>
          <a:xfrm>
            <a:off x="5040125" y="1121988"/>
            <a:ext cx="3802500" cy="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DE" sz="1300"/>
              <a:t>Template der zu sendenden FHIR Nachrichten</a:t>
            </a:r>
            <a:endParaRPr sz="1300"/>
          </a:p>
        </p:txBody>
      </p:sp>
      <p:sp>
        <p:nvSpPr>
          <p:cNvPr id="169" name="Google Shape;169;p7"/>
          <p:cNvSpPr txBox="1"/>
          <p:nvPr/>
        </p:nvSpPr>
        <p:spPr>
          <a:xfrm>
            <a:off x="5104200" y="4393975"/>
            <a:ext cx="4039800" cy="48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DE" sz="800">
                <a:solidFill>
                  <a:srgbClr val="888888"/>
                </a:solidFill>
              </a:rPr>
              <a:t>Mirth-Connect Patient Source Transformer </a:t>
            </a:r>
            <a:endParaRPr sz="700">
              <a:solidFill>
                <a:srgbClr val="888888"/>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8"/>
          <p:cNvSpPr txBox="1"/>
          <p:nvPr>
            <p:ph type="title"/>
          </p:nvPr>
        </p:nvSpPr>
        <p:spPr>
          <a:xfrm>
            <a:off x="457200" y="304797"/>
            <a:ext cx="8229600" cy="75882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de-DE"/>
              <a:t>TRANSFORMATION VON CSV NACH FHIR MIT MIRTH-CONNECT</a:t>
            </a:r>
            <a:endParaRPr/>
          </a:p>
        </p:txBody>
      </p:sp>
      <p:pic>
        <p:nvPicPr>
          <p:cNvPr id="175" name="Google Shape;175;p8"/>
          <p:cNvPicPr preferRelativeResize="0"/>
          <p:nvPr>
            <p:ph idx="1" type="body"/>
          </p:nvPr>
        </p:nvPicPr>
        <p:blipFill rotWithShape="1">
          <a:blip r:embed="rId3">
            <a:alphaModFix/>
          </a:blip>
          <a:srcRect b="0" l="0" r="0" t="0"/>
          <a:stretch/>
        </p:blipFill>
        <p:spPr>
          <a:xfrm>
            <a:off x="1117423" y="1503663"/>
            <a:ext cx="2545800" cy="2976600"/>
          </a:xfrm>
          <a:prstGeom prst="rect">
            <a:avLst/>
          </a:prstGeom>
          <a:noFill/>
          <a:ln>
            <a:noFill/>
          </a:ln>
        </p:spPr>
      </p:pic>
      <p:sp>
        <p:nvSpPr>
          <p:cNvPr id="176" name="Google Shape;176;p8"/>
          <p:cNvSpPr txBox="1"/>
          <p:nvPr>
            <p:ph idx="2" type="body"/>
          </p:nvPr>
        </p:nvSpPr>
        <p:spPr>
          <a:xfrm>
            <a:off x="457200" y="1139588"/>
            <a:ext cx="8229600" cy="364092"/>
          </a:xfrm>
          <a:prstGeom prst="rect">
            <a:avLst/>
          </a:prstGeom>
          <a:noFill/>
          <a:ln>
            <a:noFill/>
          </a:ln>
        </p:spPr>
        <p:txBody>
          <a:bodyPr anchorCtr="0" anchor="b" bIns="45700" lIns="91425" spcFirstLastPara="1" rIns="91425" wrap="square" tIns="45700">
            <a:noAutofit/>
          </a:bodyPr>
          <a:lstStyle/>
          <a:p>
            <a:pPr indent="-342900" lvl="0" marL="342900" rtl="0" algn="l">
              <a:spcBef>
                <a:spcPts val="0"/>
              </a:spcBef>
              <a:spcAft>
                <a:spcPts val="0"/>
              </a:spcAft>
              <a:buNone/>
            </a:pPr>
            <a:r>
              <a:rPr b="1" lang="de-DE"/>
              <a:t>FHIR-TEMPLATE</a:t>
            </a:r>
            <a:r>
              <a:rPr lang="de-DE"/>
              <a:t>: MII-FALL</a:t>
            </a:r>
            <a:endParaRPr/>
          </a:p>
        </p:txBody>
      </p:sp>
      <p:pic>
        <p:nvPicPr>
          <p:cNvPr id="177" name="Google Shape;177;p8"/>
          <p:cNvPicPr preferRelativeResize="0"/>
          <p:nvPr>
            <p:ph idx="3" type="body"/>
          </p:nvPr>
        </p:nvPicPr>
        <p:blipFill rotWithShape="1">
          <a:blip r:embed="rId4">
            <a:alphaModFix/>
          </a:blip>
          <a:srcRect b="0" l="0" r="0" t="0"/>
          <a:stretch/>
        </p:blipFill>
        <p:spPr>
          <a:xfrm>
            <a:off x="5190096" y="1139588"/>
            <a:ext cx="2944200" cy="2976600"/>
          </a:xfrm>
          <a:prstGeom prst="rect">
            <a:avLst/>
          </a:prstGeom>
          <a:noFill/>
          <a:ln>
            <a:noFill/>
          </a:ln>
        </p:spPr>
      </p:pic>
      <p:sp>
        <p:nvSpPr>
          <p:cNvPr id="178" name="Google Shape;178;p8"/>
          <p:cNvSpPr txBox="1"/>
          <p:nvPr>
            <p:ph idx="12" type="sldNum"/>
          </p:nvPr>
        </p:nvSpPr>
        <p:spPr>
          <a:xfrm>
            <a:off x="7948613" y="4879075"/>
            <a:ext cx="742950" cy="204716"/>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D8413E"/>
              </a:buClr>
              <a:buSzPts val="1000"/>
              <a:buFont typeface="Arial"/>
              <a:buNone/>
            </a:pPr>
            <a:fld id="{00000000-1234-1234-1234-123412341234}" type="slidenum">
              <a:rPr lang="de-DE" sz="1000">
                <a:solidFill>
                  <a:srgbClr val="D8413E"/>
                </a:solidFill>
                <a:latin typeface="Arial"/>
                <a:ea typeface="Arial"/>
                <a:cs typeface="Arial"/>
                <a:sym typeface="Arial"/>
              </a:rPr>
              <a:t>‹#›</a:t>
            </a:fld>
            <a:endParaRPr sz="1000">
              <a:solidFill>
                <a:srgbClr val="D8413E"/>
              </a:solidFill>
              <a:latin typeface="Arial"/>
              <a:ea typeface="Arial"/>
              <a:cs typeface="Arial"/>
              <a:sym typeface="Arial"/>
            </a:endParaRPr>
          </a:p>
        </p:txBody>
      </p:sp>
      <p:cxnSp>
        <p:nvCxnSpPr>
          <p:cNvPr id="179" name="Google Shape;179;p8"/>
          <p:cNvCxnSpPr/>
          <p:nvPr/>
        </p:nvCxnSpPr>
        <p:spPr>
          <a:xfrm>
            <a:off x="4126759" y="2695145"/>
            <a:ext cx="517800" cy="0"/>
          </a:xfrm>
          <a:prstGeom prst="straightConnector1">
            <a:avLst/>
          </a:prstGeom>
          <a:noFill/>
          <a:ln cap="flat" cmpd="sng" w="38100">
            <a:solidFill>
              <a:srgbClr val="FF5451"/>
            </a:solidFill>
            <a:prstDash val="solid"/>
            <a:round/>
            <a:headEnd len="sm" w="sm" type="none"/>
            <a:tailEnd len="med" w="med" type="triangle"/>
          </a:ln>
          <a:effectLst>
            <a:outerShdw blurRad="40000" rotWithShape="0" dir="5400000" dist="20000">
              <a:srgbClr val="000000">
                <a:alpha val="37647"/>
              </a:srgbClr>
            </a:outerShdw>
          </a:effectLst>
        </p:spPr>
      </p:cxnSp>
      <p:sp>
        <p:nvSpPr>
          <p:cNvPr id="180" name="Google Shape;180;p8"/>
          <p:cNvSpPr/>
          <p:nvPr/>
        </p:nvSpPr>
        <p:spPr>
          <a:xfrm>
            <a:off x="2091141" y="2185704"/>
            <a:ext cx="771900" cy="302700"/>
          </a:xfrm>
          <a:prstGeom prst="ellipse">
            <a:avLst/>
          </a:prstGeom>
          <a:noFill/>
          <a:ln cap="flat" cmpd="sng" w="19050">
            <a:solidFill>
              <a:srgbClr val="FF5451"/>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1" name="Google Shape;181;p8"/>
          <p:cNvSpPr/>
          <p:nvPr/>
        </p:nvSpPr>
        <p:spPr>
          <a:xfrm>
            <a:off x="5537625" y="3402000"/>
            <a:ext cx="1007400" cy="455700"/>
          </a:xfrm>
          <a:prstGeom prst="ellipse">
            <a:avLst/>
          </a:prstGeom>
          <a:noFill/>
          <a:ln cap="flat" cmpd="sng" w="19050">
            <a:solidFill>
              <a:srgbClr val="FF5451"/>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2" name="Google Shape;182;p8"/>
          <p:cNvSpPr txBox="1"/>
          <p:nvPr/>
        </p:nvSpPr>
        <p:spPr>
          <a:xfrm>
            <a:off x="457200" y="4393975"/>
            <a:ext cx="4039800" cy="48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DE" sz="800">
                <a:solidFill>
                  <a:srgbClr val="888888"/>
                </a:solidFill>
              </a:rPr>
              <a:t>https://www.medizininformatik-initiative.de/Kerndatensatz/Modul_Fall_Version_2/MIIIGModulFall-TechnischeImplementierung-FHIRProfile-EncounterKontaktGesundheitseinrichtung.html</a:t>
            </a:r>
            <a:endParaRPr sz="700">
              <a:solidFill>
                <a:srgbClr val="888888"/>
              </a:solidFill>
            </a:endParaRPr>
          </a:p>
        </p:txBody>
      </p:sp>
      <p:sp>
        <p:nvSpPr>
          <p:cNvPr id="183" name="Google Shape;183;p8"/>
          <p:cNvSpPr txBox="1"/>
          <p:nvPr/>
        </p:nvSpPr>
        <p:spPr>
          <a:xfrm>
            <a:off x="457200" y="4393975"/>
            <a:ext cx="4039800" cy="48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DE" sz="800">
                <a:solidFill>
                  <a:srgbClr val="888888"/>
                </a:solidFill>
              </a:rPr>
              <a:t>https://www.medizininformatik-initiative.de/Kerndatensatz/Modul_Fall_Version_2/MIIIGModulFall-TechnischeImplementierung-FHIRProfile-EncounterKontaktGesundheitseinrichtung.html</a:t>
            </a:r>
            <a:endParaRPr sz="700">
              <a:solidFill>
                <a:srgbClr val="888888"/>
              </a:solidFill>
            </a:endParaRPr>
          </a:p>
        </p:txBody>
      </p:sp>
      <p:sp>
        <p:nvSpPr>
          <p:cNvPr id="184" name="Google Shape;184;p8"/>
          <p:cNvSpPr txBox="1"/>
          <p:nvPr/>
        </p:nvSpPr>
        <p:spPr>
          <a:xfrm>
            <a:off x="4868375" y="4125838"/>
            <a:ext cx="4039800" cy="48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DE" sz="900">
                <a:solidFill>
                  <a:schemeClr val="dk1"/>
                </a:solidFill>
              </a:rPr>
              <a:t>Codesystem</a:t>
            </a:r>
            <a:r>
              <a:rPr lang="de-DE" sz="800">
                <a:solidFill>
                  <a:srgbClr val="888888"/>
                </a:solidFill>
              </a:rPr>
              <a:t>: https://www.medizininformatik-initiative.de/Kerndatensatz/Modul_Fall_Version_2/MIIIGModulFall-TechnischeImplementierung-FHIRProfile-EncounterKontaktGesundheitseinrichtung.html</a:t>
            </a:r>
            <a:endParaRPr sz="700">
              <a:solidFill>
                <a:srgbClr val="888888"/>
              </a:solidFill>
            </a:endParaRPr>
          </a:p>
          <a:p>
            <a:pPr indent="0" lvl="0" marL="0" rtl="0" algn="l">
              <a:spcBef>
                <a:spcPts val="0"/>
              </a:spcBef>
              <a:spcAft>
                <a:spcPts val="0"/>
              </a:spcAft>
              <a:buNone/>
            </a:pPr>
            <a:r>
              <a:t/>
            </a:r>
            <a:endParaRPr sz="800">
              <a:solidFill>
                <a:srgbClr val="888888"/>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9"/>
          <p:cNvSpPr txBox="1"/>
          <p:nvPr>
            <p:ph type="title"/>
          </p:nvPr>
        </p:nvSpPr>
        <p:spPr>
          <a:xfrm>
            <a:off x="457200" y="304799"/>
            <a:ext cx="8234363" cy="75882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de-DE"/>
              <a:t>MIRTH-CONNECT</a:t>
            </a:r>
            <a:endParaRPr/>
          </a:p>
        </p:txBody>
      </p:sp>
      <p:sp>
        <p:nvSpPr>
          <p:cNvPr id="190" name="Google Shape;190;p9"/>
          <p:cNvSpPr txBox="1"/>
          <p:nvPr>
            <p:ph idx="1" type="body"/>
          </p:nvPr>
        </p:nvSpPr>
        <p:spPr>
          <a:xfrm>
            <a:off x="457200" y="1617125"/>
            <a:ext cx="8319900" cy="2985600"/>
          </a:xfrm>
          <a:prstGeom prst="rect">
            <a:avLst/>
          </a:prstGeom>
          <a:noFill/>
          <a:ln>
            <a:noFill/>
          </a:ln>
        </p:spPr>
        <p:txBody>
          <a:bodyPr anchorCtr="0" anchor="t" bIns="45700" lIns="91425" spcFirstLastPara="1" rIns="91425" wrap="square" tIns="45700">
            <a:noAutofit/>
          </a:bodyPr>
          <a:lstStyle/>
          <a:p>
            <a:pPr indent="-342900" lvl="0" marL="457200" rtl="0" algn="l">
              <a:spcBef>
                <a:spcPts val="0"/>
              </a:spcBef>
              <a:spcAft>
                <a:spcPts val="0"/>
              </a:spcAft>
              <a:buSzPts val="1800"/>
              <a:buAutoNum type="arabicPeriod"/>
            </a:pPr>
            <a:r>
              <a:rPr b="1" lang="de-DE"/>
              <a:t>Source </a:t>
            </a:r>
            <a:r>
              <a:rPr lang="de-DE"/>
              <a:t>(Eingang)</a:t>
            </a:r>
            <a:endParaRPr b="1"/>
          </a:p>
          <a:p>
            <a:pPr indent="-257175" lvl="1" marL="714375" rtl="0" algn="l">
              <a:spcBef>
                <a:spcPts val="320"/>
              </a:spcBef>
              <a:spcAft>
                <a:spcPts val="0"/>
              </a:spcAft>
              <a:buSzPts val="1600"/>
              <a:buChar char="−"/>
            </a:pPr>
            <a:r>
              <a:rPr lang="de-DE"/>
              <a:t>Lesen des CSV-Datensatz</a:t>
            </a:r>
            <a:endParaRPr/>
          </a:p>
          <a:p>
            <a:pPr indent="-257175" lvl="1" marL="714375" rtl="0" algn="l">
              <a:spcBef>
                <a:spcPts val="320"/>
              </a:spcBef>
              <a:spcAft>
                <a:spcPts val="0"/>
              </a:spcAft>
              <a:buSzPts val="1600"/>
              <a:buFont typeface="Noto Sans Symbols"/>
              <a:buChar char="⮚"/>
            </a:pPr>
            <a:r>
              <a:rPr lang="de-DE"/>
              <a:t>File Reader (definierter Ordner)</a:t>
            </a:r>
            <a:endParaRPr/>
          </a:p>
          <a:p>
            <a:pPr indent="-342900" lvl="0" marL="457200" rtl="0" algn="l">
              <a:spcBef>
                <a:spcPts val="0"/>
              </a:spcBef>
              <a:spcAft>
                <a:spcPts val="0"/>
              </a:spcAft>
              <a:buSzPts val="1800"/>
              <a:buAutoNum type="arabicPeriod"/>
            </a:pPr>
            <a:r>
              <a:rPr b="1" lang="de-DE"/>
              <a:t>Filters &amp; </a:t>
            </a:r>
            <a:r>
              <a:rPr b="1" lang="de-DE"/>
              <a:t>Transformer</a:t>
            </a:r>
            <a:r>
              <a:rPr lang="de-DE"/>
              <a:t> (Verarbeitung)</a:t>
            </a:r>
            <a:endParaRPr/>
          </a:p>
          <a:p>
            <a:pPr indent="-257175" lvl="1" marL="714375" rtl="0" algn="l">
              <a:spcBef>
                <a:spcPts val="320"/>
              </a:spcBef>
              <a:spcAft>
                <a:spcPts val="0"/>
              </a:spcAft>
              <a:buSzPts val="1600"/>
              <a:buChar char="−"/>
            </a:pPr>
            <a:r>
              <a:rPr lang="de-DE"/>
              <a:t>Transformation Eingangsdaten CSV nach FHIR-Template</a:t>
            </a:r>
            <a:endParaRPr/>
          </a:p>
          <a:p>
            <a:pPr indent="-257175" lvl="1" marL="714375" rtl="0" algn="l">
              <a:spcBef>
                <a:spcPts val="320"/>
              </a:spcBef>
              <a:spcAft>
                <a:spcPts val="0"/>
              </a:spcAft>
              <a:buSzPts val="1600"/>
              <a:buChar char="−"/>
            </a:pPr>
            <a:r>
              <a:rPr lang="de-DE"/>
              <a:t>Mapping von CSV-Spalten auf FHIR-Attribute</a:t>
            </a:r>
            <a:endParaRPr/>
          </a:p>
          <a:p>
            <a:pPr indent="-342900" lvl="0" marL="457200" rtl="0" algn="l">
              <a:spcBef>
                <a:spcPts val="0"/>
              </a:spcBef>
              <a:spcAft>
                <a:spcPts val="0"/>
              </a:spcAft>
              <a:buSzPts val="1800"/>
              <a:buAutoNum type="arabicPeriod"/>
            </a:pPr>
            <a:r>
              <a:rPr b="1" lang="de-DE"/>
              <a:t>Destination </a:t>
            </a:r>
            <a:r>
              <a:rPr lang="de-DE"/>
              <a:t>(Ausgang)</a:t>
            </a:r>
            <a:endParaRPr b="1"/>
          </a:p>
          <a:p>
            <a:pPr indent="-257175" lvl="1" marL="714375" rtl="0" algn="l">
              <a:spcBef>
                <a:spcPts val="320"/>
              </a:spcBef>
              <a:spcAft>
                <a:spcPts val="0"/>
              </a:spcAft>
              <a:buSzPts val="1600"/>
              <a:buChar char="−"/>
            </a:pPr>
            <a:r>
              <a:rPr lang="de-DE"/>
              <a:t>Senden der transformierten FHIR-JSON Nachrichten an FHIR-Server (REST API)</a:t>
            </a:r>
            <a:endParaRPr/>
          </a:p>
          <a:p>
            <a:pPr indent="-257175" lvl="1" marL="714375" rtl="0" algn="l">
              <a:spcBef>
                <a:spcPts val="320"/>
              </a:spcBef>
              <a:spcAft>
                <a:spcPts val="0"/>
              </a:spcAft>
              <a:buSzPts val="1600"/>
              <a:buFont typeface="Noto Sans Symbols"/>
              <a:buChar char="⮚"/>
            </a:pPr>
            <a:r>
              <a:rPr lang="de-DE"/>
              <a:t>Http-Sender</a:t>
            </a:r>
            <a:endParaRPr/>
          </a:p>
          <a:p>
            <a:pPr indent="-155575" lvl="1" marL="714375" rtl="0" algn="l">
              <a:spcBef>
                <a:spcPts val="320"/>
              </a:spcBef>
              <a:spcAft>
                <a:spcPts val="0"/>
              </a:spcAft>
              <a:buSzPts val="1600"/>
              <a:buFont typeface="Noto Sans Symbols"/>
              <a:buNone/>
            </a:pPr>
            <a:r>
              <a:t/>
            </a:r>
            <a:endParaRPr/>
          </a:p>
        </p:txBody>
      </p:sp>
      <p:sp>
        <p:nvSpPr>
          <p:cNvPr id="191" name="Google Shape;191;p9"/>
          <p:cNvSpPr txBox="1"/>
          <p:nvPr>
            <p:ph idx="2" type="body"/>
          </p:nvPr>
        </p:nvSpPr>
        <p:spPr>
          <a:xfrm>
            <a:off x="457200" y="1125940"/>
            <a:ext cx="8234363" cy="377740"/>
          </a:xfrm>
          <a:prstGeom prst="rect">
            <a:avLst/>
          </a:prstGeom>
          <a:noFill/>
          <a:ln>
            <a:noFill/>
          </a:ln>
        </p:spPr>
        <p:txBody>
          <a:bodyPr anchorCtr="0" anchor="b" bIns="45700" lIns="91425" spcFirstLastPara="1" rIns="91425" wrap="square" tIns="45700">
            <a:noAutofit/>
          </a:bodyPr>
          <a:lstStyle/>
          <a:p>
            <a:pPr indent="-342900" lvl="0" marL="342900" rtl="0" algn="l">
              <a:spcBef>
                <a:spcPts val="0"/>
              </a:spcBef>
              <a:spcAft>
                <a:spcPts val="0"/>
              </a:spcAft>
              <a:buNone/>
            </a:pPr>
            <a:r>
              <a:rPr lang="de-DE"/>
              <a:t>CHANNEL AUFBAU</a:t>
            </a:r>
            <a:endParaRPr/>
          </a:p>
        </p:txBody>
      </p:sp>
      <p:pic>
        <p:nvPicPr>
          <p:cNvPr id="192" name="Google Shape;192;p9"/>
          <p:cNvPicPr preferRelativeResize="0"/>
          <p:nvPr/>
        </p:nvPicPr>
        <p:blipFill rotWithShape="1">
          <a:blip r:embed="rId3">
            <a:alphaModFix/>
          </a:blip>
          <a:srcRect b="4997" l="6114" r="3166" t="12678"/>
          <a:stretch/>
        </p:blipFill>
        <p:spPr>
          <a:xfrm>
            <a:off x="3624950" y="304800"/>
            <a:ext cx="5486400" cy="1680275"/>
          </a:xfrm>
          <a:prstGeom prst="rect">
            <a:avLst/>
          </a:prstGeom>
          <a:noFill/>
          <a:ln>
            <a:noFill/>
          </a:ln>
        </p:spPr>
      </p:pic>
      <p:sp>
        <p:nvSpPr>
          <p:cNvPr id="193" name="Google Shape;193;p9"/>
          <p:cNvSpPr txBox="1"/>
          <p:nvPr/>
        </p:nvSpPr>
        <p:spPr>
          <a:xfrm>
            <a:off x="4247600" y="1985075"/>
            <a:ext cx="4443900" cy="48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DE" sz="900">
                <a:solidFill>
                  <a:srgbClr val="888888"/>
                </a:solidFill>
              </a:rPr>
              <a:t>https://www.adldata.org/download/Manuals/Mirth_Connect_3.4_Users_Guide.pdf</a:t>
            </a:r>
            <a:endParaRPr sz="900">
              <a:solidFill>
                <a:srgbClr val="888888"/>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0"/>
          <p:cNvSpPr txBox="1"/>
          <p:nvPr>
            <p:ph type="title"/>
          </p:nvPr>
        </p:nvSpPr>
        <p:spPr>
          <a:xfrm>
            <a:off x="457200" y="304799"/>
            <a:ext cx="8234363" cy="75882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de-DE"/>
              <a:t>MIRTH-CONNECT</a:t>
            </a:r>
            <a:endParaRPr/>
          </a:p>
        </p:txBody>
      </p:sp>
      <p:sp>
        <p:nvSpPr>
          <p:cNvPr id="199" name="Google Shape;199;p10"/>
          <p:cNvSpPr txBox="1"/>
          <p:nvPr>
            <p:ph idx="1" type="body"/>
          </p:nvPr>
        </p:nvSpPr>
        <p:spPr>
          <a:xfrm>
            <a:off x="457200" y="1617134"/>
            <a:ext cx="8234363" cy="2985558"/>
          </a:xfrm>
          <a:prstGeom prst="rect">
            <a:avLst/>
          </a:prstGeom>
          <a:noFill/>
          <a:ln>
            <a:noFill/>
          </a:ln>
        </p:spPr>
        <p:txBody>
          <a:bodyPr anchorCtr="0" anchor="t" bIns="45700" lIns="91425" spcFirstLastPara="1" rIns="91425" wrap="square" tIns="45700">
            <a:noAutofit/>
          </a:bodyPr>
          <a:lstStyle/>
          <a:p>
            <a:pPr indent="-269875" lvl="0" marL="269875" rtl="0" algn="l">
              <a:spcBef>
                <a:spcPts val="0"/>
              </a:spcBef>
              <a:spcAft>
                <a:spcPts val="0"/>
              </a:spcAft>
              <a:buClr>
                <a:srgbClr val="D8413E"/>
              </a:buClr>
              <a:buSzPts val="1800"/>
              <a:buFont typeface="Noto Sans Symbols"/>
              <a:buChar char="−"/>
            </a:pPr>
            <a:r>
              <a:rPr lang="de-DE"/>
              <a:t>Transformation des Datensatz nach FHIR</a:t>
            </a:r>
            <a:endParaRPr/>
          </a:p>
          <a:p>
            <a:pPr indent="-269875" lvl="0" marL="269875" rtl="0" algn="l">
              <a:spcBef>
                <a:spcPts val="360"/>
              </a:spcBef>
              <a:spcAft>
                <a:spcPts val="0"/>
              </a:spcAft>
              <a:buClr>
                <a:srgbClr val="D8413E"/>
              </a:buClr>
              <a:buSzPts val="1800"/>
              <a:buFont typeface="Noto Sans Symbols"/>
              <a:buChar char="−"/>
            </a:pPr>
            <a:r>
              <a:rPr lang="de-DE"/>
              <a:t>Mapping von Spalten der CSV auf FHIR-Attribute</a:t>
            </a:r>
            <a:endParaRPr/>
          </a:p>
          <a:p>
            <a:pPr indent="-269875" lvl="0" marL="269875" rtl="0" algn="l">
              <a:spcBef>
                <a:spcPts val="360"/>
              </a:spcBef>
              <a:spcAft>
                <a:spcPts val="0"/>
              </a:spcAft>
              <a:buClr>
                <a:srgbClr val="D8413E"/>
              </a:buClr>
              <a:buSzPts val="1800"/>
              <a:buFont typeface="Noto Sans Symbols"/>
              <a:buChar char="−"/>
            </a:pPr>
            <a:r>
              <a:rPr lang="de-DE"/>
              <a:t>Transformer Step: zu mappendes Attribut</a:t>
            </a:r>
            <a:endParaRPr/>
          </a:p>
          <a:p>
            <a:pPr indent="-155575" lvl="0" marL="269875" rtl="0" algn="l">
              <a:spcBef>
                <a:spcPts val="360"/>
              </a:spcBef>
              <a:spcAft>
                <a:spcPts val="0"/>
              </a:spcAft>
              <a:buClr>
                <a:srgbClr val="D8413E"/>
              </a:buClr>
              <a:buSzPts val="1800"/>
              <a:buFont typeface="Noto Sans Symbols"/>
              <a:buNone/>
            </a:pPr>
            <a:r>
              <a:t/>
            </a:r>
            <a:endParaRPr/>
          </a:p>
          <a:p>
            <a:pPr indent="-269875" lvl="0" marL="269875" rtl="0" algn="l">
              <a:spcBef>
                <a:spcPts val="360"/>
              </a:spcBef>
              <a:spcAft>
                <a:spcPts val="0"/>
              </a:spcAft>
              <a:buClr>
                <a:srgbClr val="D8413E"/>
              </a:buClr>
              <a:buSzPts val="1800"/>
              <a:buFont typeface="Noto Sans Symbols"/>
              <a:buChar char="−"/>
            </a:pPr>
            <a:r>
              <a:rPr b="1" lang="de-DE"/>
              <a:t>Input</a:t>
            </a:r>
            <a:r>
              <a:rPr lang="de-DE"/>
              <a:t>: CSV-Datei </a:t>
            </a:r>
            <a:endParaRPr/>
          </a:p>
          <a:p>
            <a:pPr indent="-269875" lvl="0" marL="269875" rtl="0" algn="l">
              <a:spcBef>
                <a:spcPts val="360"/>
              </a:spcBef>
              <a:spcAft>
                <a:spcPts val="0"/>
              </a:spcAft>
              <a:buClr>
                <a:srgbClr val="D8413E"/>
              </a:buClr>
              <a:buSzPts val="1800"/>
              <a:buFont typeface="Noto Sans Symbols"/>
              <a:buChar char="−"/>
            </a:pPr>
            <a:r>
              <a:rPr b="1" lang="de-DE"/>
              <a:t>Output</a:t>
            </a:r>
            <a:r>
              <a:rPr lang="de-DE"/>
              <a:t>: FHIR Message Template</a:t>
            </a:r>
            <a:endParaRPr/>
          </a:p>
        </p:txBody>
      </p:sp>
      <p:sp>
        <p:nvSpPr>
          <p:cNvPr id="200" name="Google Shape;200;p10"/>
          <p:cNvSpPr txBox="1"/>
          <p:nvPr>
            <p:ph idx="2" type="body"/>
          </p:nvPr>
        </p:nvSpPr>
        <p:spPr>
          <a:xfrm>
            <a:off x="457200" y="1125940"/>
            <a:ext cx="8234363" cy="377740"/>
          </a:xfrm>
          <a:prstGeom prst="rect">
            <a:avLst/>
          </a:prstGeom>
          <a:noFill/>
          <a:ln>
            <a:noFill/>
          </a:ln>
        </p:spPr>
        <p:txBody>
          <a:bodyPr anchorCtr="0" anchor="b" bIns="45700" lIns="91425" spcFirstLastPara="1" rIns="91425" wrap="square" tIns="45700">
            <a:noAutofit/>
          </a:bodyPr>
          <a:lstStyle/>
          <a:p>
            <a:pPr indent="-342900" lvl="0" marL="342900" rtl="0" algn="l">
              <a:spcBef>
                <a:spcPts val="0"/>
              </a:spcBef>
              <a:spcAft>
                <a:spcPts val="0"/>
              </a:spcAft>
              <a:buNone/>
            </a:pPr>
            <a:r>
              <a:rPr b="1" lang="de-DE">
                <a:solidFill>
                  <a:srgbClr val="FF5451"/>
                </a:solidFill>
              </a:rPr>
              <a:t>2. </a:t>
            </a:r>
            <a:r>
              <a:rPr lang="de-DE"/>
              <a:t>SOURCE </a:t>
            </a:r>
            <a:r>
              <a:rPr b="1" lang="de-DE"/>
              <a:t>TRANSFORMER</a:t>
            </a:r>
            <a:endParaRPr b="1"/>
          </a:p>
        </p:txBody>
      </p:sp>
      <p:sp>
        <p:nvSpPr>
          <p:cNvPr id="201" name="Google Shape;201;p10"/>
          <p:cNvSpPr txBox="1"/>
          <p:nvPr>
            <p:ph idx="12" type="sldNum"/>
          </p:nvPr>
        </p:nvSpPr>
        <p:spPr>
          <a:xfrm>
            <a:off x="7948613" y="4879075"/>
            <a:ext cx="742950" cy="204716"/>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D8413E"/>
              </a:buClr>
              <a:buSzPts val="1000"/>
              <a:buFont typeface="Arial"/>
              <a:buNone/>
            </a:pPr>
            <a:fld id="{00000000-1234-1234-1234-123412341234}" type="slidenum">
              <a:rPr lang="de-DE" sz="1000">
                <a:solidFill>
                  <a:srgbClr val="D8413E"/>
                </a:solidFill>
                <a:latin typeface="Arial"/>
                <a:ea typeface="Arial"/>
                <a:cs typeface="Arial"/>
                <a:sym typeface="Arial"/>
              </a:rPr>
              <a:t>‹#›</a:t>
            </a:fld>
            <a:endParaRPr sz="1000">
              <a:solidFill>
                <a:srgbClr val="D8413E"/>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1"/>
          <p:cNvSpPr txBox="1"/>
          <p:nvPr>
            <p:ph type="title"/>
          </p:nvPr>
        </p:nvSpPr>
        <p:spPr>
          <a:xfrm>
            <a:off x="457200" y="304797"/>
            <a:ext cx="8229600" cy="75882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de-DE"/>
              <a:t>TRANSFORMATION VON CSV NACH FHIR MIT MIRTH-CONNECT</a:t>
            </a:r>
            <a:endParaRPr/>
          </a:p>
        </p:txBody>
      </p:sp>
      <p:pic>
        <p:nvPicPr>
          <p:cNvPr id="207" name="Google Shape;207;p11"/>
          <p:cNvPicPr preferRelativeResize="0"/>
          <p:nvPr>
            <p:ph idx="1" type="body"/>
          </p:nvPr>
        </p:nvPicPr>
        <p:blipFill rotWithShape="1">
          <a:blip r:embed="rId4">
            <a:alphaModFix/>
          </a:blip>
          <a:srcRect b="0" l="0" r="0" t="0"/>
          <a:stretch/>
        </p:blipFill>
        <p:spPr>
          <a:xfrm>
            <a:off x="4845234" y="1703096"/>
            <a:ext cx="1616641" cy="2976562"/>
          </a:xfrm>
          <a:prstGeom prst="rect">
            <a:avLst/>
          </a:prstGeom>
          <a:noFill/>
          <a:ln>
            <a:noFill/>
          </a:ln>
        </p:spPr>
      </p:pic>
      <p:sp>
        <p:nvSpPr>
          <p:cNvPr id="208" name="Google Shape;208;p11"/>
          <p:cNvSpPr txBox="1"/>
          <p:nvPr>
            <p:ph idx="2" type="body"/>
          </p:nvPr>
        </p:nvSpPr>
        <p:spPr>
          <a:xfrm>
            <a:off x="457200" y="1139588"/>
            <a:ext cx="8229600" cy="364092"/>
          </a:xfrm>
          <a:prstGeom prst="rect">
            <a:avLst/>
          </a:prstGeom>
          <a:noFill/>
          <a:ln>
            <a:noFill/>
          </a:ln>
        </p:spPr>
        <p:txBody>
          <a:bodyPr anchorCtr="0" anchor="b" bIns="45700" lIns="91425" spcFirstLastPara="1" rIns="91425" wrap="square" tIns="45700">
            <a:noAutofit/>
          </a:bodyPr>
          <a:lstStyle/>
          <a:p>
            <a:pPr indent="-342900" lvl="0" marL="342900" rtl="0" algn="l">
              <a:spcBef>
                <a:spcPts val="0"/>
              </a:spcBef>
              <a:spcAft>
                <a:spcPts val="0"/>
              </a:spcAft>
              <a:buNone/>
            </a:pPr>
            <a:r>
              <a:rPr lang="de-DE"/>
              <a:t>TRANSFORMATION MII-PATIENT: </a:t>
            </a:r>
            <a:r>
              <a:rPr lang="de-DE">
                <a:extLst>
                  <a:ext uri="http://customooxmlschemas.google.com/">
                    <go:slidesCustomData xmlns:go="http://customooxmlschemas.google.com/" textRoundtripDataId="2"/>
                  </a:ext>
                </a:extLst>
              </a:rPr>
              <a:t>BEISPIEL</a:t>
            </a:r>
            <a:endParaRPr/>
          </a:p>
        </p:txBody>
      </p:sp>
      <p:pic>
        <p:nvPicPr>
          <p:cNvPr id="209" name="Google Shape;209;p11"/>
          <p:cNvPicPr preferRelativeResize="0"/>
          <p:nvPr>
            <p:ph idx="3" type="body"/>
          </p:nvPr>
        </p:nvPicPr>
        <p:blipFill rotWithShape="1">
          <a:blip r:embed="rId5">
            <a:alphaModFix/>
          </a:blip>
          <a:srcRect b="0" l="0" r="0" t="0"/>
          <a:stretch/>
        </p:blipFill>
        <p:spPr>
          <a:xfrm>
            <a:off x="2284867" y="1703096"/>
            <a:ext cx="2170804" cy="2976562"/>
          </a:xfrm>
          <a:prstGeom prst="rect">
            <a:avLst/>
          </a:prstGeom>
          <a:noFill/>
          <a:ln>
            <a:noFill/>
          </a:ln>
        </p:spPr>
      </p:pic>
      <p:sp>
        <p:nvSpPr>
          <p:cNvPr id="210" name="Google Shape;210;p11"/>
          <p:cNvSpPr txBox="1"/>
          <p:nvPr>
            <p:ph idx="12" type="sldNum"/>
          </p:nvPr>
        </p:nvSpPr>
        <p:spPr>
          <a:xfrm>
            <a:off x="7948613" y="4879075"/>
            <a:ext cx="742950" cy="204716"/>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D8413E"/>
              </a:buClr>
              <a:buSzPts val="1000"/>
              <a:buFont typeface="Arial"/>
              <a:buNone/>
            </a:pPr>
            <a:fld id="{00000000-1234-1234-1234-123412341234}" type="slidenum">
              <a:rPr lang="de-DE" sz="1000">
                <a:solidFill>
                  <a:srgbClr val="D8413E"/>
                </a:solidFill>
                <a:latin typeface="Arial"/>
                <a:ea typeface="Arial"/>
                <a:cs typeface="Arial"/>
                <a:sym typeface="Arial"/>
              </a:rPr>
              <a:t>‹#›</a:t>
            </a:fld>
            <a:endParaRPr sz="1000">
              <a:solidFill>
                <a:srgbClr val="D8413E"/>
              </a:solidFill>
              <a:latin typeface="Arial"/>
              <a:ea typeface="Arial"/>
              <a:cs typeface="Arial"/>
              <a:sym typeface="Arial"/>
            </a:endParaRPr>
          </a:p>
        </p:txBody>
      </p:sp>
      <p:sp>
        <p:nvSpPr>
          <p:cNvPr id="211" name="Google Shape;211;p11"/>
          <p:cNvSpPr/>
          <p:nvPr/>
        </p:nvSpPr>
        <p:spPr>
          <a:xfrm>
            <a:off x="5493653" y="4003912"/>
            <a:ext cx="968222" cy="426894"/>
          </a:xfrm>
          <a:prstGeom prst="ellipse">
            <a:avLst/>
          </a:prstGeom>
          <a:noFill/>
          <a:ln cap="flat" cmpd="sng" w="19050">
            <a:solidFill>
              <a:srgbClr val="FF545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2" name="Google Shape;212;p11"/>
          <p:cNvSpPr/>
          <p:nvPr/>
        </p:nvSpPr>
        <p:spPr>
          <a:xfrm>
            <a:off x="2559662" y="3909833"/>
            <a:ext cx="1933626" cy="578174"/>
          </a:xfrm>
          <a:prstGeom prst="ellipse">
            <a:avLst/>
          </a:prstGeom>
          <a:noFill/>
          <a:ln cap="flat" cmpd="sng" w="19050">
            <a:solidFill>
              <a:srgbClr val="FF545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13" name="Google Shape;213;p11"/>
          <p:cNvCxnSpPr/>
          <p:nvPr/>
        </p:nvCxnSpPr>
        <p:spPr>
          <a:xfrm>
            <a:off x="4688069" y="4233840"/>
            <a:ext cx="517712" cy="0"/>
          </a:xfrm>
          <a:prstGeom prst="straightConnector1">
            <a:avLst/>
          </a:prstGeom>
          <a:noFill/>
          <a:ln cap="flat" cmpd="sng" w="38100">
            <a:solidFill>
              <a:srgbClr val="FF5451"/>
            </a:solidFill>
            <a:prstDash val="solid"/>
            <a:round/>
            <a:headEnd len="sm" w="sm" type="none"/>
            <a:tailEnd len="med" w="med" type="triangle"/>
          </a:ln>
          <a:effectLst>
            <a:outerShdw blurRad="40000" rotWithShape="0" dir="5400000" dist="20000">
              <a:srgbClr val="000000">
                <a:alpha val="37647"/>
              </a:srgbClr>
            </a:outerShdw>
          </a:effectLst>
        </p:spPr>
      </p:cxnSp>
      <p:sp>
        <p:nvSpPr>
          <p:cNvPr id="214" name="Google Shape;214;p11"/>
          <p:cNvSpPr txBox="1"/>
          <p:nvPr/>
        </p:nvSpPr>
        <p:spPr>
          <a:xfrm>
            <a:off x="457201" y="1579644"/>
            <a:ext cx="1790050" cy="30230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8413E"/>
              </a:buClr>
              <a:buSzPts val="1800"/>
              <a:buFont typeface="Noto Sans Symbols"/>
              <a:buNone/>
            </a:pPr>
            <a:r>
              <a:rPr b="1" lang="de-DE" sz="1800">
                <a:solidFill>
                  <a:schemeClr val="dk1"/>
                </a:solidFill>
                <a:latin typeface="Arial"/>
                <a:ea typeface="Arial"/>
                <a:cs typeface="Arial"/>
                <a:sym typeface="Arial"/>
              </a:rPr>
              <a:t>Input</a:t>
            </a:r>
            <a:r>
              <a:rPr lang="de-DE" sz="1800">
                <a:solidFill>
                  <a:schemeClr val="dk1"/>
                </a:solidFill>
                <a:latin typeface="Arial"/>
                <a:ea typeface="Arial"/>
                <a:cs typeface="Arial"/>
                <a:sym typeface="Arial"/>
              </a:rPr>
              <a:t>: CSV-Datei</a:t>
            </a:r>
            <a:endParaRPr/>
          </a:p>
          <a:p>
            <a:pPr indent="-263525" lvl="0" marL="269875" marR="0" rtl="0" algn="l">
              <a:spcBef>
                <a:spcPts val="360"/>
              </a:spcBef>
              <a:spcAft>
                <a:spcPts val="0"/>
              </a:spcAft>
              <a:buClr>
                <a:srgbClr val="D8413E"/>
              </a:buClr>
              <a:buSzPts val="1700"/>
              <a:buFont typeface="Noto Sans Symbols"/>
              <a:buChar char="−"/>
            </a:pPr>
            <a:r>
              <a:rPr lang="de-DE" sz="1700">
                <a:solidFill>
                  <a:schemeClr val="dk1"/>
                </a:solidFill>
              </a:rPr>
              <a:t>Alle Reihen und Spalten als Baumstruktur</a:t>
            </a:r>
            <a:endParaRPr sz="1700">
              <a:solidFill>
                <a:schemeClr val="dk1"/>
              </a:solidFill>
            </a:endParaRPr>
          </a:p>
          <a:p>
            <a:pPr indent="-263525" lvl="0" marL="269875" marR="0" rtl="0" algn="l">
              <a:spcBef>
                <a:spcPts val="360"/>
              </a:spcBef>
              <a:spcAft>
                <a:spcPts val="0"/>
              </a:spcAft>
              <a:buClr>
                <a:srgbClr val="D8413E"/>
              </a:buClr>
              <a:buSzPts val="1700"/>
              <a:buFont typeface="Noto Sans Symbols"/>
              <a:buChar char="−"/>
            </a:pPr>
            <a:r>
              <a:rPr lang="de-DE" sz="1700">
                <a:solidFill>
                  <a:schemeClr val="dk1"/>
                </a:solidFill>
              </a:rPr>
              <a:t>Mapping der ersten Reihe ausreichend</a:t>
            </a:r>
            <a:endParaRPr sz="1700">
              <a:solidFill>
                <a:schemeClr val="dk1"/>
              </a:solidFill>
              <a:latin typeface="Arial"/>
              <a:ea typeface="Arial"/>
              <a:cs typeface="Arial"/>
              <a:sym typeface="Arial"/>
            </a:endParaRPr>
          </a:p>
        </p:txBody>
      </p:sp>
      <p:sp>
        <p:nvSpPr>
          <p:cNvPr id="215" name="Google Shape;215;p11"/>
          <p:cNvSpPr txBox="1"/>
          <p:nvPr/>
        </p:nvSpPr>
        <p:spPr>
          <a:xfrm>
            <a:off x="6619040" y="1579644"/>
            <a:ext cx="2067758" cy="30230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8413E"/>
              </a:buClr>
              <a:buSzPts val="1800"/>
              <a:buFont typeface="Noto Sans Symbols"/>
              <a:buNone/>
            </a:pPr>
            <a:r>
              <a:rPr b="1" lang="de-DE" sz="1800">
                <a:solidFill>
                  <a:schemeClr val="dk1"/>
                </a:solidFill>
                <a:latin typeface="Arial"/>
                <a:ea typeface="Arial"/>
                <a:cs typeface="Arial"/>
                <a:sym typeface="Arial"/>
              </a:rPr>
              <a:t>Output</a:t>
            </a:r>
            <a:r>
              <a:rPr lang="de-DE" sz="1800">
                <a:solidFill>
                  <a:schemeClr val="dk1"/>
                </a:solidFill>
                <a:latin typeface="Arial"/>
                <a:ea typeface="Arial"/>
                <a:cs typeface="Arial"/>
                <a:sym typeface="Arial"/>
              </a:rPr>
              <a:t>: FHIR JSON Template</a:t>
            </a:r>
            <a:endParaRPr/>
          </a:p>
          <a:p>
            <a:pPr indent="-269875" lvl="0" marL="269875" marR="0" rtl="0" algn="l">
              <a:spcBef>
                <a:spcPts val="360"/>
              </a:spcBef>
              <a:spcAft>
                <a:spcPts val="0"/>
              </a:spcAft>
              <a:buClr>
                <a:srgbClr val="D8413E"/>
              </a:buClr>
              <a:buSzPts val="1800"/>
              <a:buFont typeface="Noto Sans Symbols"/>
              <a:buChar char="−"/>
            </a:pPr>
            <a:r>
              <a:rPr lang="de-DE" sz="1800">
                <a:solidFill>
                  <a:schemeClr val="dk1"/>
                </a:solidFill>
              </a:rPr>
              <a:t>ein </a:t>
            </a:r>
            <a:r>
              <a:rPr lang="de-DE" sz="1800">
                <a:solidFill>
                  <a:schemeClr val="dk1"/>
                </a:solidFill>
                <a:latin typeface="Arial"/>
                <a:ea typeface="Arial"/>
                <a:cs typeface="Arial"/>
                <a:sym typeface="Arial"/>
              </a:rPr>
              <a:t>JSON Tree </a:t>
            </a:r>
            <a:endParaRPr/>
          </a:p>
          <a:p>
            <a:pPr indent="-155575" lvl="0" marL="269875" marR="0" rtl="0" algn="l">
              <a:spcBef>
                <a:spcPts val="360"/>
              </a:spcBef>
              <a:spcAft>
                <a:spcPts val="0"/>
              </a:spcAft>
              <a:buClr>
                <a:srgbClr val="D8413E"/>
              </a:buClr>
              <a:buSzPts val="1800"/>
              <a:buFont typeface="Noto Sans Symbols"/>
              <a:buNone/>
            </a:pPr>
            <a:r>
              <a:t/>
            </a:r>
            <a:endParaRPr sz="1800">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2"/>
          <p:cNvSpPr txBox="1"/>
          <p:nvPr>
            <p:ph type="title"/>
          </p:nvPr>
        </p:nvSpPr>
        <p:spPr>
          <a:xfrm>
            <a:off x="457200" y="304797"/>
            <a:ext cx="8229600" cy="75882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de-DE"/>
              <a:t>TRANSFORMATION VON CSV NACH FHIR MIT MIRTH-CONNECT</a:t>
            </a:r>
            <a:endParaRPr/>
          </a:p>
        </p:txBody>
      </p:sp>
      <p:sp>
        <p:nvSpPr>
          <p:cNvPr id="221" name="Google Shape;221;p12"/>
          <p:cNvSpPr txBox="1"/>
          <p:nvPr>
            <p:ph idx="2" type="body"/>
          </p:nvPr>
        </p:nvSpPr>
        <p:spPr>
          <a:xfrm>
            <a:off x="457200" y="1139588"/>
            <a:ext cx="8229600" cy="364092"/>
          </a:xfrm>
          <a:prstGeom prst="rect">
            <a:avLst/>
          </a:prstGeom>
          <a:noFill/>
          <a:ln>
            <a:noFill/>
          </a:ln>
        </p:spPr>
        <p:txBody>
          <a:bodyPr anchorCtr="0" anchor="b" bIns="45700" lIns="91425" spcFirstLastPara="1" rIns="91425" wrap="square" tIns="45700">
            <a:noAutofit/>
          </a:bodyPr>
          <a:lstStyle/>
          <a:p>
            <a:pPr indent="-342900" lvl="0" marL="342900" rtl="0" algn="l">
              <a:spcBef>
                <a:spcPts val="0"/>
              </a:spcBef>
              <a:spcAft>
                <a:spcPts val="0"/>
              </a:spcAft>
              <a:buNone/>
            </a:pPr>
            <a:r>
              <a:rPr lang="de-DE"/>
              <a:t>TRANSFORMATION MII-PATIENT: BEISPIEL</a:t>
            </a:r>
            <a:endParaRPr/>
          </a:p>
        </p:txBody>
      </p:sp>
      <p:pic>
        <p:nvPicPr>
          <p:cNvPr id="222" name="Google Shape;222;p12"/>
          <p:cNvPicPr preferRelativeResize="0"/>
          <p:nvPr>
            <p:ph idx="3" type="body"/>
          </p:nvPr>
        </p:nvPicPr>
        <p:blipFill rotWithShape="1">
          <a:blip r:embed="rId3">
            <a:alphaModFix/>
          </a:blip>
          <a:srcRect b="0" l="0" r="0" t="0"/>
          <a:stretch/>
        </p:blipFill>
        <p:spPr>
          <a:xfrm>
            <a:off x="577090" y="1579644"/>
            <a:ext cx="2170804" cy="2976562"/>
          </a:xfrm>
          <a:prstGeom prst="rect">
            <a:avLst/>
          </a:prstGeom>
          <a:noFill/>
          <a:ln>
            <a:noFill/>
          </a:ln>
        </p:spPr>
      </p:pic>
      <p:sp>
        <p:nvSpPr>
          <p:cNvPr id="223" name="Google Shape;223;p12"/>
          <p:cNvSpPr txBox="1"/>
          <p:nvPr>
            <p:ph idx="12" type="sldNum"/>
          </p:nvPr>
        </p:nvSpPr>
        <p:spPr>
          <a:xfrm>
            <a:off x="7948613" y="4879075"/>
            <a:ext cx="742950" cy="204716"/>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D8413E"/>
              </a:buClr>
              <a:buSzPts val="1000"/>
              <a:buFont typeface="Arial"/>
              <a:buNone/>
            </a:pPr>
            <a:fld id="{00000000-1234-1234-1234-123412341234}" type="slidenum">
              <a:rPr lang="de-DE" sz="1000">
                <a:solidFill>
                  <a:srgbClr val="D8413E"/>
                </a:solidFill>
                <a:latin typeface="Arial"/>
                <a:ea typeface="Arial"/>
                <a:cs typeface="Arial"/>
                <a:sym typeface="Arial"/>
              </a:rPr>
              <a:t>‹#›</a:t>
            </a:fld>
            <a:endParaRPr sz="1000">
              <a:solidFill>
                <a:srgbClr val="D8413E"/>
              </a:solidFill>
              <a:latin typeface="Arial"/>
              <a:ea typeface="Arial"/>
              <a:cs typeface="Arial"/>
              <a:sym typeface="Arial"/>
            </a:endParaRPr>
          </a:p>
        </p:txBody>
      </p:sp>
      <p:sp>
        <p:nvSpPr>
          <p:cNvPr id="224" name="Google Shape;224;p12"/>
          <p:cNvSpPr/>
          <p:nvPr/>
        </p:nvSpPr>
        <p:spPr>
          <a:xfrm>
            <a:off x="857549" y="3761915"/>
            <a:ext cx="1933626" cy="578174"/>
          </a:xfrm>
          <a:prstGeom prst="ellipse">
            <a:avLst/>
          </a:prstGeom>
          <a:noFill/>
          <a:ln cap="flat" cmpd="sng" w="19050">
            <a:solidFill>
              <a:srgbClr val="FF545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 name="Google Shape;225;p12"/>
          <p:cNvSpPr txBox="1"/>
          <p:nvPr>
            <p:ph idx="1" type="body"/>
          </p:nvPr>
        </p:nvSpPr>
        <p:spPr>
          <a:xfrm>
            <a:off x="3161159" y="1579644"/>
            <a:ext cx="5530403" cy="2977092"/>
          </a:xfrm>
          <a:prstGeom prst="rect">
            <a:avLst/>
          </a:prstGeom>
          <a:noFill/>
          <a:ln>
            <a:noFill/>
          </a:ln>
        </p:spPr>
        <p:txBody>
          <a:bodyPr anchorCtr="0" anchor="t" bIns="45700" lIns="91425" spcFirstLastPara="1" rIns="91425" wrap="square" tIns="45700">
            <a:noAutofit/>
          </a:bodyPr>
          <a:lstStyle/>
          <a:p>
            <a:pPr indent="-269875" lvl="0" marL="269875" rtl="0" algn="l">
              <a:spcBef>
                <a:spcPts val="0"/>
              </a:spcBef>
              <a:spcAft>
                <a:spcPts val="0"/>
              </a:spcAft>
              <a:buClr>
                <a:srgbClr val="D8413E"/>
              </a:buClr>
              <a:buSzPts val="1800"/>
              <a:buFont typeface="Noto Sans Symbols"/>
              <a:buChar char="−"/>
            </a:pPr>
            <a:r>
              <a:rPr lang="de-DE"/>
              <a:t>Mirth-Connect Transformer</a:t>
            </a:r>
            <a:endParaRPr/>
          </a:p>
          <a:p>
            <a:pPr indent="-269875" lvl="0" marL="269875" rtl="0" algn="l">
              <a:spcBef>
                <a:spcPts val="360"/>
              </a:spcBef>
              <a:spcAft>
                <a:spcPts val="0"/>
              </a:spcAft>
              <a:buClr>
                <a:srgbClr val="D8413E"/>
              </a:buClr>
              <a:buSzPts val="1800"/>
              <a:buFont typeface="Noto Sans Symbols"/>
              <a:buChar char="−"/>
            </a:pPr>
            <a:r>
              <a:rPr b="1" lang="de-DE"/>
              <a:t>Input</a:t>
            </a:r>
            <a:r>
              <a:rPr lang="de-DE"/>
              <a:t> CSV:</a:t>
            </a:r>
            <a:endParaRPr/>
          </a:p>
          <a:p>
            <a:pPr indent="-155575" lvl="0" marL="269875" rtl="0" algn="l">
              <a:spcBef>
                <a:spcPts val="360"/>
              </a:spcBef>
              <a:spcAft>
                <a:spcPts val="0"/>
              </a:spcAft>
              <a:buClr>
                <a:srgbClr val="D8413E"/>
              </a:buClr>
              <a:buSzPts val="1800"/>
              <a:buFont typeface="Noto Sans Symbols"/>
              <a:buNone/>
            </a:pPr>
            <a:r>
              <a:t/>
            </a:r>
            <a:endParaRPr/>
          </a:p>
          <a:p>
            <a:pPr indent="-155575" lvl="0" marL="1641475" rtl="0" algn="l">
              <a:spcBef>
                <a:spcPts val="360"/>
              </a:spcBef>
              <a:spcAft>
                <a:spcPts val="0"/>
              </a:spcAft>
              <a:buClr>
                <a:srgbClr val="D8413E"/>
              </a:buClr>
              <a:buSzPts val="1800"/>
              <a:buFont typeface="Noto Sans Symbols"/>
              <a:buNone/>
            </a:pPr>
            <a:r>
              <a:rPr lang="de-DE">
                <a:extLst>
                  <a:ext uri="http://customooxmlschemas.google.com/">
                    <go:slidesCustomData xmlns:go="http://customooxmlschemas.google.com/" textRoundtripDataId="3"/>
                  </a:ext>
                </a:extLst>
              </a:rPr>
              <a:t>Mirth-Connect Syntax</a:t>
            </a:r>
            <a:endParaRPr/>
          </a:p>
          <a:p>
            <a:pPr indent="-155575" lvl="0" marL="269875" rtl="0" algn="l">
              <a:spcBef>
                <a:spcPts val="360"/>
              </a:spcBef>
              <a:spcAft>
                <a:spcPts val="0"/>
              </a:spcAft>
              <a:buClr>
                <a:srgbClr val="D8413E"/>
              </a:buClr>
              <a:buSzPts val="1800"/>
              <a:buFont typeface="Noto Sans Symbols"/>
              <a:buNone/>
            </a:pPr>
            <a:r>
              <a:t/>
            </a:r>
            <a:endParaRPr/>
          </a:p>
          <a:p>
            <a:pPr indent="-269875" lvl="0" marL="269875" rtl="0" algn="l">
              <a:spcBef>
                <a:spcPts val="360"/>
              </a:spcBef>
              <a:spcAft>
                <a:spcPts val="0"/>
              </a:spcAft>
              <a:buSzPts val="1800"/>
              <a:buFont typeface="Noto Sans Symbols"/>
              <a:buChar char="⮚"/>
            </a:pPr>
            <a:r>
              <a:rPr lang="de-DE"/>
              <a:t>msg['row'][0]['</a:t>
            </a:r>
            <a:r>
              <a:rPr lang="de-DE">
                <a:solidFill>
                  <a:srgbClr val="FF5451"/>
                </a:solidFill>
              </a:rPr>
              <a:t>deceasedBoolean</a:t>
            </a:r>
            <a:r>
              <a:rPr lang="de-DE"/>
              <a:t>'].toString()</a:t>
            </a:r>
            <a:endParaRPr/>
          </a:p>
          <a:p>
            <a:pPr indent="0" lvl="0" marL="0" rtl="0" algn="l">
              <a:spcBef>
                <a:spcPts val="360"/>
              </a:spcBef>
              <a:spcAft>
                <a:spcPts val="0"/>
              </a:spcAft>
              <a:buNone/>
            </a:pPr>
            <a:r>
              <a:t/>
            </a:r>
            <a:endParaRPr/>
          </a:p>
          <a:p>
            <a:pPr indent="457200" lvl="0" marL="1371600" rtl="0" algn="l">
              <a:spcBef>
                <a:spcPts val="360"/>
              </a:spcBef>
              <a:spcAft>
                <a:spcPts val="0"/>
              </a:spcAft>
              <a:buNone/>
            </a:pPr>
            <a:r>
              <a:rPr lang="de-DE"/>
              <a:t>Zielvariable</a:t>
            </a:r>
            <a:endParaRPr/>
          </a:p>
        </p:txBody>
      </p:sp>
      <p:cxnSp>
        <p:nvCxnSpPr>
          <p:cNvPr id="226" name="Google Shape;226;p12"/>
          <p:cNvCxnSpPr/>
          <p:nvPr/>
        </p:nvCxnSpPr>
        <p:spPr>
          <a:xfrm flipH="1">
            <a:off x="4467325" y="2906475"/>
            <a:ext cx="359400" cy="313500"/>
          </a:xfrm>
          <a:prstGeom prst="straightConnector1">
            <a:avLst/>
          </a:prstGeom>
          <a:noFill/>
          <a:ln cap="flat" cmpd="sng" w="19050">
            <a:solidFill>
              <a:srgbClr val="FF5451"/>
            </a:solidFill>
            <a:prstDash val="solid"/>
            <a:round/>
            <a:headEnd len="med" w="med" type="none"/>
            <a:tailEnd len="med" w="med" type="triangle"/>
          </a:ln>
        </p:spPr>
      </p:cxnSp>
      <p:cxnSp>
        <p:nvCxnSpPr>
          <p:cNvPr id="227" name="Google Shape;227;p12"/>
          <p:cNvCxnSpPr/>
          <p:nvPr/>
        </p:nvCxnSpPr>
        <p:spPr>
          <a:xfrm>
            <a:off x="6557550" y="2926075"/>
            <a:ext cx="385500" cy="320100"/>
          </a:xfrm>
          <a:prstGeom prst="straightConnector1">
            <a:avLst/>
          </a:prstGeom>
          <a:noFill/>
          <a:ln cap="flat" cmpd="sng" w="19050">
            <a:solidFill>
              <a:srgbClr val="FF5451"/>
            </a:solidFill>
            <a:prstDash val="solid"/>
            <a:round/>
            <a:headEnd len="med" w="med" type="none"/>
            <a:tailEnd len="med" w="med" type="triangle"/>
          </a:ln>
        </p:spPr>
      </p:cxnSp>
      <p:cxnSp>
        <p:nvCxnSpPr>
          <p:cNvPr id="228" name="Google Shape;228;p12"/>
          <p:cNvCxnSpPr/>
          <p:nvPr/>
        </p:nvCxnSpPr>
        <p:spPr>
          <a:xfrm flipH="1" rot="10800000">
            <a:off x="5686750" y="3572700"/>
            <a:ext cx="8700" cy="293700"/>
          </a:xfrm>
          <a:prstGeom prst="straightConnector1">
            <a:avLst/>
          </a:prstGeom>
          <a:noFill/>
          <a:ln cap="flat" cmpd="sng" w="19050">
            <a:solidFill>
              <a:srgbClr val="FF5451"/>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3"/>
          <p:cNvSpPr txBox="1"/>
          <p:nvPr>
            <p:ph type="title"/>
          </p:nvPr>
        </p:nvSpPr>
        <p:spPr>
          <a:xfrm>
            <a:off x="457200" y="304797"/>
            <a:ext cx="8229600" cy="75882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de-DE"/>
              <a:t>TRANSFORMATION VON CSV NACH FHIR MIT MIRTH-CONNECT</a:t>
            </a:r>
            <a:endParaRPr/>
          </a:p>
        </p:txBody>
      </p:sp>
      <p:sp>
        <p:nvSpPr>
          <p:cNvPr id="234" name="Google Shape;234;p13"/>
          <p:cNvSpPr txBox="1"/>
          <p:nvPr>
            <p:ph idx="2" type="body"/>
          </p:nvPr>
        </p:nvSpPr>
        <p:spPr>
          <a:xfrm>
            <a:off x="457200" y="1139588"/>
            <a:ext cx="8229600" cy="364092"/>
          </a:xfrm>
          <a:prstGeom prst="rect">
            <a:avLst/>
          </a:prstGeom>
          <a:noFill/>
          <a:ln>
            <a:noFill/>
          </a:ln>
        </p:spPr>
        <p:txBody>
          <a:bodyPr anchorCtr="0" anchor="b" bIns="45700" lIns="91425" spcFirstLastPara="1" rIns="91425" wrap="square" tIns="45700">
            <a:noAutofit/>
          </a:bodyPr>
          <a:lstStyle/>
          <a:p>
            <a:pPr indent="-342900" lvl="0" marL="342900" rtl="0" algn="l">
              <a:spcBef>
                <a:spcPts val="0"/>
              </a:spcBef>
              <a:spcAft>
                <a:spcPts val="0"/>
              </a:spcAft>
              <a:buNone/>
            </a:pPr>
            <a:r>
              <a:rPr lang="de-DE"/>
              <a:t>TRANSFORMATION MII-PATIENT: BEISPIEL</a:t>
            </a:r>
            <a:endParaRPr/>
          </a:p>
        </p:txBody>
      </p:sp>
      <p:sp>
        <p:nvSpPr>
          <p:cNvPr id="235" name="Google Shape;235;p13"/>
          <p:cNvSpPr txBox="1"/>
          <p:nvPr>
            <p:ph idx="12" type="sldNum"/>
          </p:nvPr>
        </p:nvSpPr>
        <p:spPr>
          <a:xfrm>
            <a:off x="7948613" y="4879075"/>
            <a:ext cx="742950" cy="204716"/>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D8413E"/>
              </a:buClr>
              <a:buSzPts val="1000"/>
              <a:buFont typeface="Arial"/>
              <a:buNone/>
            </a:pPr>
            <a:fld id="{00000000-1234-1234-1234-123412341234}" type="slidenum">
              <a:rPr lang="de-DE" sz="1000">
                <a:solidFill>
                  <a:srgbClr val="D8413E"/>
                </a:solidFill>
                <a:latin typeface="Arial"/>
                <a:ea typeface="Arial"/>
                <a:cs typeface="Arial"/>
                <a:sym typeface="Arial"/>
              </a:rPr>
              <a:t>‹#›</a:t>
            </a:fld>
            <a:endParaRPr sz="1000">
              <a:solidFill>
                <a:srgbClr val="D8413E"/>
              </a:solidFill>
              <a:latin typeface="Arial"/>
              <a:ea typeface="Arial"/>
              <a:cs typeface="Arial"/>
              <a:sym typeface="Arial"/>
            </a:endParaRPr>
          </a:p>
        </p:txBody>
      </p:sp>
      <p:sp>
        <p:nvSpPr>
          <p:cNvPr id="236" name="Google Shape;236;p13"/>
          <p:cNvSpPr txBox="1"/>
          <p:nvPr>
            <p:ph idx="1" type="body"/>
          </p:nvPr>
        </p:nvSpPr>
        <p:spPr>
          <a:xfrm>
            <a:off x="3161159" y="1579644"/>
            <a:ext cx="5530403" cy="2977092"/>
          </a:xfrm>
          <a:prstGeom prst="rect">
            <a:avLst/>
          </a:prstGeom>
          <a:noFill/>
          <a:ln>
            <a:noFill/>
          </a:ln>
        </p:spPr>
        <p:txBody>
          <a:bodyPr anchorCtr="0" anchor="t" bIns="45700" lIns="91425" spcFirstLastPara="1" rIns="91425" wrap="square" tIns="45700">
            <a:noAutofit/>
          </a:bodyPr>
          <a:lstStyle/>
          <a:p>
            <a:pPr indent="-269875" lvl="0" marL="269875" rtl="0" algn="l">
              <a:spcBef>
                <a:spcPts val="0"/>
              </a:spcBef>
              <a:spcAft>
                <a:spcPts val="0"/>
              </a:spcAft>
              <a:buClr>
                <a:srgbClr val="D8413E"/>
              </a:buClr>
              <a:buSzPts val="1800"/>
              <a:buFont typeface="Noto Sans Symbols"/>
              <a:buChar char="−"/>
            </a:pPr>
            <a:r>
              <a:rPr lang="de-DE"/>
              <a:t>Mirth-Connect Transformer</a:t>
            </a:r>
            <a:endParaRPr/>
          </a:p>
          <a:p>
            <a:pPr indent="-269875" lvl="0" marL="269875" rtl="0" algn="l">
              <a:spcBef>
                <a:spcPts val="360"/>
              </a:spcBef>
              <a:spcAft>
                <a:spcPts val="0"/>
              </a:spcAft>
              <a:buClr>
                <a:srgbClr val="D8413E"/>
              </a:buClr>
              <a:buSzPts val="1800"/>
              <a:buFont typeface="Noto Sans Symbols"/>
              <a:buChar char="−"/>
            </a:pPr>
            <a:r>
              <a:rPr b="1" lang="de-DE"/>
              <a:t>Output</a:t>
            </a:r>
            <a:r>
              <a:rPr lang="de-DE"/>
              <a:t> FHIR Message Template:</a:t>
            </a:r>
            <a:endParaRPr/>
          </a:p>
          <a:p>
            <a:pPr indent="-155575" lvl="0" marL="269875" rtl="0" algn="l">
              <a:spcBef>
                <a:spcPts val="360"/>
              </a:spcBef>
              <a:spcAft>
                <a:spcPts val="0"/>
              </a:spcAft>
              <a:buClr>
                <a:srgbClr val="D8413E"/>
              </a:buClr>
              <a:buSzPts val="1800"/>
              <a:buFont typeface="Noto Sans Symbols"/>
              <a:buNone/>
            </a:pPr>
            <a:r>
              <a:t/>
            </a:r>
            <a:endParaRPr/>
          </a:p>
          <a:p>
            <a:pPr indent="0" lvl="0" marL="0" rtl="0" algn="l">
              <a:spcBef>
                <a:spcPts val="360"/>
              </a:spcBef>
              <a:spcAft>
                <a:spcPts val="0"/>
              </a:spcAft>
              <a:buClr>
                <a:srgbClr val="D8413E"/>
              </a:buClr>
              <a:buSzPts val="1800"/>
              <a:buFont typeface="Noto Sans Symbols"/>
              <a:buNone/>
            </a:pPr>
            <a:r>
              <a:rPr lang="de-DE"/>
              <a:t>	Mirth-Connect Syntax</a:t>
            </a:r>
            <a:endParaRPr/>
          </a:p>
          <a:p>
            <a:pPr indent="0" lvl="0" marL="0" rtl="0" algn="l">
              <a:spcBef>
                <a:spcPts val="360"/>
              </a:spcBef>
              <a:spcAft>
                <a:spcPts val="0"/>
              </a:spcAft>
              <a:buClr>
                <a:srgbClr val="D8413E"/>
              </a:buClr>
              <a:buSzPts val="1800"/>
              <a:buFont typeface="Noto Sans Symbols"/>
              <a:buNone/>
            </a:pPr>
            <a:r>
              <a:t/>
            </a:r>
            <a:endParaRPr/>
          </a:p>
          <a:p>
            <a:pPr indent="-269875" lvl="0" marL="269875" rtl="0" algn="l">
              <a:spcBef>
                <a:spcPts val="360"/>
              </a:spcBef>
              <a:spcAft>
                <a:spcPts val="0"/>
              </a:spcAft>
              <a:buSzPts val="1800"/>
              <a:buFont typeface="Noto Sans Symbols"/>
              <a:buChar char="⮚"/>
            </a:pPr>
            <a:r>
              <a:rPr lang="de-DE"/>
              <a:t>tmp['entry'][0]['resource'][</a:t>
            </a:r>
            <a:r>
              <a:rPr lang="de-DE">
                <a:solidFill>
                  <a:srgbClr val="FF5451"/>
                </a:solidFill>
              </a:rPr>
              <a:t>'deceasedBoolean</a:t>
            </a:r>
            <a:r>
              <a:rPr lang="de-DE"/>
              <a: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de-DE"/>
              <a:t>							Zielvariable</a:t>
            </a:r>
            <a:endParaRPr/>
          </a:p>
        </p:txBody>
      </p:sp>
      <p:pic>
        <p:nvPicPr>
          <p:cNvPr id="237" name="Google Shape;237;p13"/>
          <p:cNvPicPr preferRelativeResize="0"/>
          <p:nvPr/>
        </p:nvPicPr>
        <p:blipFill rotWithShape="1">
          <a:blip r:embed="rId3">
            <a:alphaModFix/>
          </a:blip>
          <a:srcRect b="0" l="0" r="0" t="0"/>
          <a:stretch/>
        </p:blipFill>
        <p:spPr>
          <a:xfrm>
            <a:off x="569069" y="1617663"/>
            <a:ext cx="1616641" cy="2976562"/>
          </a:xfrm>
          <a:prstGeom prst="rect">
            <a:avLst/>
          </a:prstGeom>
          <a:noFill/>
          <a:ln>
            <a:noFill/>
          </a:ln>
        </p:spPr>
      </p:pic>
      <p:sp>
        <p:nvSpPr>
          <p:cNvPr id="238" name="Google Shape;238;p13"/>
          <p:cNvSpPr/>
          <p:nvPr/>
        </p:nvSpPr>
        <p:spPr>
          <a:xfrm>
            <a:off x="1217488" y="3918479"/>
            <a:ext cx="968222" cy="426894"/>
          </a:xfrm>
          <a:prstGeom prst="ellipse">
            <a:avLst/>
          </a:prstGeom>
          <a:noFill/>
          <a:ln cap="flat" cmpd="sng" w="19050">
            <a:solidFill>
              <a:srgbClr val="FF545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39" name="Google Shape;239;p13"/>
          <p:cNvCxnSpPr/>
          <p:nvPr/>
        </p:nvCxnSpPr>
        <p:spPr>
          <a:xfrm flipH="1">
            <a:off x="4720075" y="2889675"/>
            <a:ext cx="5700" cy="357000"/>
          </a:xfrm>
          <a:prstGeom prst="straightConnector1">
            <a:avLst/>
          </a:prstGeom>
          <a:noFill/>
          <a:ln cap="flat" cmpd="sng" w="19050">
            <a:solidFill>
              <a:srgbClr val="FF5451"/>
            </a:solidFill>
            <a:prstDash val="solid"/>
            <a:round/>
            <a:headEnd len="med" w="med" type="none"/>
            <a:tailEnd len="med" w="med" type="triangle"/>
          </a:ln>
        </p:spPr>
      </p:cxnSp>
      <p:cxnSp>
        <p:nvCxnSpPr>
          <p:cNvPr id="240" name="Google Shape;240;p13"/>
          <p:cNvCxnSpPr/>
          <p:nvPr/>
        </p:nvCxnSpPr>
        <p:spPr>
          <a:xfrm flipH="1" rot="10800000">
            <a:off x="6943050" y="3624775"/>
            <a:ext cx="8700" cy="293700"/>
          </a:xfrm>
          <a:prstGeom prst="straightConnector1">
            <a:avLst/>
          </a:prstGeom>
          <a:noFill/>
          <a:ln cap="flat" cmpd="sng" w="19050">
            <a:solidFill>
              <a:srgbClr val="FF5451"/>
            </a:solidFill>
            <a:prstDash val="solid"/>
            <a:round/>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248cd92cde_0_1"/>
          <p:cNvSpPr txBox="1"/>
          <p:nvPr>
            <p:ph type="title"/>
          </p:nvPr>
        </p:nvSpPr>
        <p:spPr>
          <a:xfrm>
            <a:off x="457200" y="304799"/>
            <a:ext cx="8234400" cy="758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de-DE"/>
              <a:t>TRANSFORMATION VON CSV NACH FHIR MIT MIRTH-CONNECT</a:t>
            </a:r>
            <a:endParaRPr/>
          </a:p>
        </p:txBody>
      </p:sp>
      <p:sp>
        <p:nvSpPr>
          <p:cNvPr id="247" name="Google Shape;247;g3248cd92cde_0_1"/>
          <p:cNvSpPr txBox="1"/>
          <p:nvPr>
            <p:ph idx="1" type="body"/>
          </p:nvPr>
        </p:nvSpPr>
        <p:spPr>
          <a:xfrm>
            <a:off x="457200" y="1617134"/>
            <a:ext cx="8234400" cy="2985600"/>
          </a:xfrm>
          <a:prstGeom prst="rect">
            <a:avLst/>
          </a:prstGeom>
        </p:spPr>
        <p:txBody>
          <a:bodyPr anchorCtr="0" anchor="t" bIns="45700" lIns="91425" spcFirstLastPara="1" rIns="91425" wrap="square" tIns="45700">
            <a:noAutofit/>
          </a:bodyPr>
          <a:lstStyle/>
          <a:p>
            <a:pPr indent="-342900" lvl="0" marL="457200" rtl="0" algn="l">
              <a:spcBef>
                <a:spcPts val="360"/>
              </a:spcBef>
              <a:spcAft>
                <a:spcPts val="0"/>
              </a:spcAft>
              <a:buSzPts val="1800"/>
              <a:buChar char="−"/>
            </a:pPr>
            <a:r>
              <a:rPr lang="de-DE"/>
              <a:t>Transformer Step</a:t>
            </a:r>
            <a:endParaRPr/>
          </a:p>
          <a:p>
            <a:pPr indent="-330200" lvl="1" marL="914400" rtl="0" algn="l">
              <a:spcBef>
                <a:spcPts val="0"/>
              </a:spcBef>
              <a:spcAft>
                <a:spcPts val="0"/>
              </a:spcAft>
              <a:buSzPts val="1600"/>
              <a:buChar char="−"/>
            </a:pPr>
            <a:r>
              <a:rPr lang="de-DE"/>
              <a:t>1 Schritt für je 1 zu </a:t>
            </a:r>
            <a:r>
              <a:rPr lang="de-DE"/>
              <a:t>mappendes</a:t>
            </a:r>
            <a:r>
              <a:rPr lang="de-DE"/>
              <a:t> Attribut</a:t>
            </a:r>
            <a:endParaRPr/>
          </a:p>
          <a:p>
            <a:pPr indent="-342900" lvl="0" marL="457200" rtl="0" algn="l">
              <a:spcBef>
                <a:spcPts val="0"/>
              </a:spcBef>
              <a:spcAft>
                <a:spcPts val="0"/>
              </a:spcAft>
              <a:buSzPts val="1800"/>
              <a:buChar char="−"/>
            </a:pPr>
            <a:r>
              <a:rPr lang="de-DE"/>
              <a:t>Step Type: </a:t>
            </a:r>
            <a:r>
              <a:rPr b="1" lang="de-DE">
                <a:solidFill>
                  <a:srgbClr val="FF5451"/>
                </a:solidFill>
                <a:extLst>
                  <a:ext uri="http://customooxmlschemas.google.com/">
                    <go:slidesCustomData xmlns:go="http://customooxmlschemas.google.com/" textRoundtripDataId="4"/>
                  </a:ext>
                </a:extLst>
              </a:rPr>
              <a:t>Message Builder</a:t>
            </a:r>
            <a:endParaRPr b="1">
              <a:solidFill>
                <a:srgbClr val="FF5451"/>
              </a:solidFill>
            </a:endParaRPr>
          </a:p>
          <a:p>
            <a:pPr indent="-330200" lvl="1" marL="914400" rtl="0" algn="l">
              <a:spcBef>
                <a:spcPts val="0"/>
              </a:spcBef>
              <a:spcAft>
                <a:spcPts val="0"/>
              </a:spcAft>
              <a:buClr>
                <a:schemeClr val="dk1"/>
              </a:buClr>
              <a:buSzPts val="1600"/>
              <a:buChar char="−"/>
            </a:pPr>
            <a:r>
              <a:rPr lang="de-DE"/>
              <a:t>Ersetzt Attribut in FHIR-Template mit Attribut aus CSV-Datensatz</a:t>
            </a:r>
            <a:endParaRPr/>
          </a:p>
          <a:p>
            <a:pPr indent="0" lvl="0" marL="0" rtl="0" algn="l">
              <a:spcBef>
                <a:spcPts val="360"/>
              </a:spcBef>
              <a:spcAft>
                <a:spcPts val="0"/>
              </a:spcAft>
              <a:buNone/>
            </a:pPr>
            <a:r>
              <a:t/>
            </a:r>
            <a:endParaRPr/>
          </a:p>
          <a:p>
            <a:pPr indent="-342900" lvl="0" marL="457200" rtl="0" algn="l">
              <a:spcBef>
                <a:spcPts val="360"/>
              </a:spcBef>
              <a:spcAft>
                <a:spcPts val="0"/>
              </a:spcAft>
              <a:buSzPts val="1800"/>
              <a:buChar char="−"/>
            </a:pPr>
            <a:r>
              <a:rPr b="1" lang="de-DE"/>
              <a:t>Message Segment </a:t>
            </a:r>
            <a:r>
              <a:rPr lang="de-DE"/>
              <a:t>(Output)</a:t>
            </a:r>
            <a:endParaRPr/>
          </a:p>
          <a:p>
            <a:pPr indent="-330200" lvl="1" marL="914400" rtl="0" algn="l">
              <a:spcBef>
                <a:spcPts val="0"/>
              </a:spcBef>
              <a:spcAft>
                <a:spcPts val="0"/>
              </a:spcAft>
              <a:buSzPts val="1600"/>
              <a:buChar char="−"/>
            </a:pPr>
            <a:r>
              <a:rPr lang="de-DE"/>
              <a:t>Textfeld für Attribut aus </a:t>
            </a:r>
            <a:r>
              <a:rPr lang="de-DE">
                <a:solidFill>
                  <a:srgbClr val="FF5451"/>
                </a:solidFill>
              </a:rPr>
              <a:t>FHIR-Template</a:t>
            </a:r>
            <a:endParaRPr>
              <a:solidFill>
                <a:srgbClr val="FF5451"/>
              </a:solidFill>
            </a:endParaRPr>
          </a:p>
          <a:p>
            <a:pPr indent="-342900" lvl="0" marL="457200" rtl="0" algn="l">
              <a:spcBef>
                <a:spcPts val="0"/>
              </a:spcBef>
              <a:spcAft>
                <a:spcPts val="0"/>
              </a:spcAft>
              <a:buSzPts val="1800"/>
              <a:buChar char="−"/>
            </a:pPr>
            <a:r>
              <a:rPr b="1" lang="de-DE"/>
              <a:t>Mapping </a:t>
            </a:r>
            <a:r>
              <a:rPr lang="de-DE"/>
              <a:t>(Input)</a:t>
            </a:r>
            <a:endParaRPr/>
          </a:p>
          <a:p>
            <a:pPr indent="-330200" lvl="1" marL="914400" rtl="0" algn="l">
              <a:spcBef>
                <a:spcPts val="0"/>
              </a:spcBef>
              <a:spcAft>
                <a:spcPts val="0"/>
              </a:spcAft>
              <a:buSzPts val="1600"/>
              <a:buChar char="−"/>
            </a:pPr>
            <a:r>
              <a:rPr lang="de-DE"/>
              <a:t>Textfeld für Attribut aus </a:t>
            </a:r>
            <a:r>
              <a:rPr lang="de-DE">
                <a:solidFill>
                  <a:srgbClr val="FF5451"/>
                </a:solidFill>
              </a:rPr>
              <a:t>CSV-Datensatz</a:t>
            </a:r>
            <a:endParaRPr>
              <a:solidFill>
                <a:srgbClr val="FF5451"/>
              </a:solidFill>
            </a:endParaRPr>
          </a:p>
          <a:p>
            <a:pPr indent="0" lvl="0" marL="0" rtl="0" algn="l">
              <a:spcBef>
                <a:spcPts val="360"/>
              </a:spcBef>
              <a:spcAft>
                <a:spcPts val="0"/>
              </a:spcAft>
              <a:buNone/>
            </a:pPr>
            <a:r>
              <a:t/>
            </a:r>
            <a:endParaRPr/>
          </a:p>
        </p:txBody>
      </p:sp>
      <p:sp>
        <p:nvSpPr>
          <p:cNvPr id="248" name="Google Shape;248;g3248cd92cde_0_1"/>
          <p:cNvSpPr txBox="1"/>
          <p:nvPr>
            <p:ph idx="2" type="body"/>
          </p:nvPr>
        </p:nvSpPr>
        <p:spPr>
          <a:xfrm>
            <a:off x="457200" y="1125940"/>
            <a:ext cx="8234400" cy="377700"/>
          </a:xfrm>
          <a:prstGeom prst="rect">
            <a:avLst/>
          </a:prstGeom>
        </p:spPr>
        <p:txBody>
          <a:bodyPr anchorCtr="0" anchor="b" bIns="45700" lIns="91425" spcFirstLastPara="1" rIns="91425" wrap="square" tIns="45700">
            <a:noAutofit/>
          </a:bodyPr>
          <a:lstStyle/>
          <a:p>
            <a:pPr indent="-342900" lvl="0" marL="342900" rtl="0" algn="l">
              <a:spcBef>
                <a:spcPts val="0"/>
              </a:spcBef>
              <a:spcAft>
                <a:spcPts val="0"/>
              </a:spcAft>
              <a:buNone/>
            </a:pPr>
            <a:r>
              <a:rPr lang="de-DE"/>
              <a:t>TRANSFORMATION BEGRIFFE</a:t>
            </a:r>
            <a:endParaRPr/>
          </a:p>
        </p:txBody>
      </p:sp>
      <p:sp>
        <p:nvSpPr>
          <p:cNvPr id="249" name="Google Shape;249;g3248cd92cde_0_1"/>
          <p:cNvSpPr txBox="1"/>
          <p:nvPr>
            <p:ph idx="12" type="sldNum"/>
          </p:nvPr>
        </p:nvSpPr>
        <p:spPr>
          <a:xfrm>
            <a:off x="7948613" y="4879075"/>
            <a:ext cx="743100" cy="2046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D8413E"/>
              </a:buClr>
              <a:buSzPts val="1000"/>
              <a:buFont typeface="Arial"/>
              <a:buNone/>
            </a:pPr>
            <a:fld id="{00000000-1234-1234-1234-123412341234}" type="slidenum">
              <a:rPr lang="de-DE"/>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id="254" name="Google Shape;254;p14"/>
          <p:cNvPicPr preferRelativeResize="0"/>
          <p:nvPr/>
        </p:nvPicPr>
        <p:blipFill>
          <a:blip r:embed="rId3">
            <a:alphaModFix/>
          </a:blip>
          <a:stretch>
            <a:fillRect/>
          </a:stretch>
        </p:blipFill>
        <p:spPr>
          <a:xfrm>
            <a:off x="473875" y="1633163"/>
            <a:ext cx="8201025" cy="2466975"/>
          </a:xfrm>
          <a:prstGeom prst="rect">
            <a:avLst/>
          </a:prstGeom>
          <a:noFill/>
          <a:ln>
            <a:noFill/>
          </a:ln>
        </p:spPr>
      </p:pic>
      <p:sp>
        <p:nvSpPr>
          <p:cNvPr id="255" name="Google Shape;255;p14"/>
          <p:cNvSpPr txBox="1"/>
          <p:nvPr>
            <p:ph type="title"/>
          </p:nvPr>
        </p:nvSpPr>
        <p:spPr>
          <a:xfrm>
            <a:off x="457200" y="304799"/>
            <a:ext cx="8234363" cy="75882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de-DE"/>
              <a:t>TRANSFORMATION VON CSV NACH FHIR MIT MIRTH-CONNECT</a:t>
            </a:r>
            <a:endParaRPr/>
          </a:p>
        </p:txBody>
      </p:sp>
      <p:sp>
        <p:nvSpPr>
          <p:cNvPr id="256" name="Google Shape;256;p14"/>
          <p:cNvSpPr txBox="1"/>
          <p:nvPr>
            <p:ph idx="2" type="body"/>
          </p:nvPr>
        </p:nvSpPr>
        <p:spPr>
          <a:xfrm>
            <a:off x="457200" y="1125940"/>
            <a:ext cx="8234363" cy="377740"/>
          </a:xfrm>
          <a:prstGeom prst="rect">
            <a:avLst/>
          </a:prstGeom>
          <a:noFill/>
          <a:ln>
            <a:noFill/>
          </a:ln>
        </p:spPr>
        <p:txBody>
          <a:bodyPr anchorCtr="0" anchor="b" bIns="45700" lIns="91425" spcFirstLastPara="1" rIns="91425" wrap="square" tIns="45700">
            <a:noAutofit/>
          </a:bodyPr>
          <a:lstStyle/>
          <a:p>
            <a:pPr indent="-342900" lvl="0" marL="342900" rtl="0" algn="l">
              <a:spcBef>
                <a:spcPts val="0"/>
              </a:spcBef>
              <a:spcAft>
                <a:spcPts val="0"/>
              </a:spcAft>
              <a:buNone/>
            </a:pPr>
            <a:r>
              <a:rPr lang="de-DE"/>
              <a:t>TRANSFORMATION MII-PATIENT: BEISPIEL</a:t>
            </a:r>
            <a:endParaRPr/>
          </a:p>
        </p:txBody>
      </p:sp>
      <p:sp>
        <p:nvSpPr>
          <p:cNvPr id="257" name="Google Shape;257;p14"/>
          <p:cNvSpPr txBox="1"/>
          <p:nvPr>
            <p:ph idx="12" type="sldNum"/>
          </p:nvPr>
        </p:nvSpPr>
        <p:spPr>
          <a:xfrm>
            <a:off x="7948613" y="4879075"/>
            <a:ext cx="742950" cy="204716"/>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D8413E"/>
              </a:buClr>
              <a:buSzPts val="1000"/>
              <a:buFont typeface="Arial"/>
              <a:buNone/>
            </a:pPr>
            <a:fld id="{00000000-1234-1234-1234-123412341234}" type="slidenum">
              <a:rPr lang="de-DE" sz="1000">
                <a:solidFill>
                  <a:srgbClr val="D8413E"/>
                </a:solidFill>
                <a:latin typeface="Arial"/>
                <a:ea typeface="Arial"/>
                <a:cs typeface="Arial"/>
                <a:sym typeface="Arial"/>
              </a:rPr>
              <a:t>‹#›</a:t>
            </a:fld>
            <a:endParaRPr sz="1000">
              <a:solidFill>
                <a:srgbClr val="D8413E"/>
              </a:solidFill>
              <a:latin typeface="Arial"/>
              <a:ea typeface="Arial"/>
              <a:cs typeface="Arial"/>
              <a:sym typeface="Arial"/>
            </a:endParaRPr>
          </a:p>
        </p:txBody>
      </p:sp>
      <p:sp>
        <p:nvSpPr>
          <p:cNvPr id="258" name="Google Shape;258;p14"/>
          <p:cNvSpPr/>
          <p:nvPr/>
        </p:nvSpPr>
        <p:spPr>
          <a:xfrm>
            <a:off x="391050" y="3444900"/>
            <a:ext cx="3972600" cy="813000"/>
          </a:xfrm>
          <a:prstGeom prst="ellipse">
            <a:avLst/>
          </a:prstGeom>
          <a:noFill/>
          <a:ln cap="flat" cmpd="sng" w="19050">
            <a:solidFill>
              <a:srgbClr val="FF545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9" name="Google Shape;259;p14"/>
          <p:cNvSpPr/>
          <p:nvPr/>
        </p:nvSpPr>
        <p:spPr>
          <a:xfrm>
            <a:off x="1312350" y="1779550"/>
            <a:ext cx="1576800" cy="268800"/>
          </a:xfrm>
          <a:prstGeom prst="ellipse">
            <a:avLst/>
          </a:prstGeom>
          <a:noFill/>
          <a:ln cap="flat" cmpd="sng" w="19050">
            <a:solidFill>
              <a:srgbClr val="FF545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3" name="Shape 263"/>
        <p:cNvGrpSpPr/>
        <p:nvPr/>
      </p:nvGrpSpPr>
      <p:grpSpPr>
        <a:xfrm>
          <a:off x="0" y="0"/>
          <a:ext cx="0" cy="0"/>
          <a:chOff x="0" y="0"/>
          <a:chExt cx="0" cy="0"/>
        </a:xfrm>
      </p:grpSpPr>
      <p:sp>
        <p:nvSpPr>
          <p:cNvPr id="264" name="Google Shape;264;p15"/>
          <p:cNvSpPr txBox="1"/>
          <p:nvPr>
            <p:ph type="title"/>
          </p:nvPr>
        </p:nvSpPr>
        <p:spPr>
          <a:xfrm>
            <a:off x="457200" y="304799"/>
            <a:ext cx="8234363" cy="75882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de-DE">
                <a:extLst>
                  <a:ext uri="http://customooxmlschemas.google.com/">
                    <go:slidesCustomData xmlns:go="http://customooxmlschemas.google.com/" textRoundtripDataId="5"/>
                  </a:ext>
                </a:extLst>
              </a:rPr>
              <a:t>AUFGABEN </a:t>
            </a:r>
            <a:r>
              <a:rPr lang="de-DE"/>
              <a:t>(SIEHE ÜBUNGSBLATT)</a:t>
            </a:r>
            <a:endParaRPr/>
          </a:p>
        </p:txBody>
      </p:sp>
      <p:sp>
        <p:nvSpPr>
          <p:cNvPr id="265" name="Google Shape;265;p15"/>
          <p:cNvSpPr txBox="1"/>
          <p:nvPr>
            <p:ph idx="1" type="body"/>
          </p:nvPr>
        </p:nvSpPr>
        <p:spPr>
          <a:xfrm>
            <a:off x="457200" y="1223492"/>
            <a:ext cx="8234363" cy="3379199"/>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Font typeface="Arial"/>
              <a:buAutoNum type="arabicPeriod"/>
            </a:pPr>
            <a:r>
              <a:rPr lang="de-DE"/>
              <a:t>Mirth-Connect</a:t>
            </a:r>
            <a:endParaRPr/>
          </a:p>
          <a:p>
            <a:pPr indent="457200" lvl="0" marL="0" rtl="0" algn="l">
              <a:spcBef>
                <a:spcPts val="320"/>
              </a:spcBef>
              <a:spcAft>
                <a:spcPts val="0"/>
              </a:spcAft>
              <a:buNone/>
            </a:pPr>
            <a:r>
              <a:rPr b="1" lang="de-DE">
                <a:solidFill>
                  <a:srgbClr val="FF5451"/>
                </a:solidFill>
              </a:rPr>
              <a:t>1.1 - 1.2	</a:t>
            </a:r>
            <a:r>
              <a:rPr lang="de-DE">
                <a:solidFill>
                  <a:srgbClr val="FF5451"/>
                </a:solidFill>
              </a:rPr>
              <a:t>	</a:t>
            </a:r>
            <a:r>
              <a:rPr lang="de-DE">
                <a:extLst>
                  <a:ext uri="http://customooxmlschemas.google.com/">
                    <go:slidesCustomData xmlns:go="http://customooxmlschemas.google.com/" textRoundtripDataId="6"/>
                  </a:ext>
                </a:extLst>
              </a:rPr>
              <a:t>Channel erstellen</a:t>
            </a:r>
            <a:endParaRPr/>
          </a:p>
          <a:p>
            <a:pPr indent="457200" lvl="0" marL="0" rtl="0" algn="l">
              <a:spcBef>
                <a:spcPts val="320"/>
              </a:spcBef>
              <a:spcAft>
                <a:spcPts val="0"/>
              </a:spcAft>
              <a:buNone/>
            </a:pPr>
            <a:r>
              <a:rPr b="1" lang="de-DE">
                <a:solidFill>
                  <a:srgbClr val="FF5451"/>
                </a:solidFill>
              </a:rPr>
              <a:t>1.3.1 	</a:t>
            </a:r>
            <a:r>
              <a:rPr lang="de-DE">
                <a:solidFill>
                  <a:srgbClr val="FF5451"/>
                </a:solidFill>
              </a:rPr>
              <a:t>	</a:t>
            </a:r>
            <a:r>
              <a:rPr lang="de-DE"/>
              <a:t>Source Connector</a:t>
            </a:r>
            <a:endParaRPr/>
          </a:p>
          <a:p>
            <a:pPr indent="457200" lvl="0" marL="0" rtl="0" algn="l">
              <a:spcBef>
                <a:spcPts val="320"/>
              </a:spcBef>
              <a:spcAft>
                <a:spcPts val="0"/>
              </a:spcAft>
              <a:buNone/>
            </a:pPr>
            <a:r>
              <a:rPr b="1" lang="de-DE">
                <a:solidFill>
                  <a:srgbClr val="FF5451"/>
                </a:solidFill>
              </a:rPr>
              <a:t>1.3.2</a:t>
            </a:r>
            <a:r>
              <a:rPr lang="de-DE"/>
              <a:t>		Destination Connector</a:t>
            </a:r>
            <a:endParaRPr/>
          </a:p>
          <a:p>
            <a:pPr indent="457200" lvl="0" marL="0" rtl="0" algn="l">
              <a:spcBef>
                <a:spcPts val="320"/>
              </a:spcBef>
              <a:spcAft>
                <a:spcPts val="0"/>
              </a:spcAft>
              <a:buNone/>
            </a:pPr>
            <a:r>
              <a:rPr b="1" lang="de-DE">
                <a:solidFill>
                  <a:srgbClr val="FF5451"/>
                </a:solidFill>
              </a:rPr>
              <a:t>1.4 - 1.5</a:t>
            </a:r>
            <a:r>
              <a:rPr b="1" lang="de-DE"/>
              <a:t>	</a:t>
            </a:r>
            <a:r>
              <a:rPr lang="de-DE"/>
              <a:t>	Transformer erweitern</a:t>
            </a:r>
            <a:endParaRPr/>
          </a:p>
          <a:p>
            <a:pPr indent="457200" lvl="0" marL="0" rtl="0" algn="l">
              <a:spcBef>
                <a:spcPts val="320"/>
              </a:spcBef>
              <a:spcAft>
                <a:spcPts val="0"/>
              </a:spcAft>
              <a:buNone/>
            </a:pPr>
            <a:r>
              <a:rPr b="1" lang="de-DE">
                <a:solidFill>
                  <a:srgbClr val="FF5451"/>
                </a:solidFill>
              </a:rPr>
              <a:t>1.6 </a:t>
            </a:r>
            <a:r>
              <a:rPr lang="de-DE">
                <a:solidFill>
                  <a:srgbClr val="FF5451"/>
                </a:solidFill>
              </a:rPr>
              <a:t>			</a:t>
            </a:r>
            <a:r>
              <a:rPr lang="de-DE"/>
              <a:t>Deployen der Channels und senden der FHIR Nachrichten</a:t>
            </a:r>
            <a:endParaRPr/>
          </a:p>
          <a:p>
            <a:pPr indent="0" lvl="1" marL="444500" rtl="0" algn="l">
              <a:spcBef>
                <a:spcPts val="320"/>
              </a:spcBef>
              <a:spcAft>
                <a:spcPts val="0"/>
              </a:spcAft>
              <a:buSzPts val="1600"/>
              <a:buNone/>
            </a:pPr>
            <a:r>
              <a:t/>
            </a:r>
            <a:endParaRPr/>
          </a:p>
          <a:p>
            <a:pPr indent="-342900" lvl="0" marL="342900" rtl="0" algn="l">
              <a:spcBef>
                <a:spcPts val="360"/>
              </a:spcBef>
              <a:spcAft>
                <a:spcPts val="0"/>
              </a:spcAft>
              <a:buSzPts val="1800"/>
              <a:buFont typeface="Arial"/>
              <a:buAutoNum type="arabicPeriod"/>
            </a:pPr>
            <a:r>
              <a:rPr lang="de-DE"/>
              <a:t>ClinFHIR</a:t>
            </a:r>
            <a:endParaRPr/>
          </a:p>
          <a:p>
            <a:pPr indent="457200" lvl="0" marL="0" rtl="0" algn="l">
              <a:spcBef>
                <a:spcPts val="320"/>
              </a:spcBef>
              <a:spcAft>
                <a:spcPts val="0"/>
              </a:spcAft>
              <a:buNone/>
            </a:pPr>
            <a:r>
              <a:rPr b="1" lang="de-DE">
                <a:solidFill>
                  <a:srgbClr val="FF5451"/>
                </a:solidFill>
              </a:rPr>
              <a:t>2.1 	</a:t>
            </a:r>
            <a:r>
              <a:rPr lang="de-DE">
                <a:solidFill>
                  <a:srgbClr val="FF5451"/>
                </a:solidFill>
              </a:rPr>
              <a:t>		</a:t>
            </a:r>
            <a:r>
              <a:rPr lang="de-DE"/>
              <a:t>Transformierte Patienten und Fälle ansehen</a:t>
            </a:r>
            <a:endParaRPr/>
          </a:p>
          <a:p>
            <a:pPr indent="457200" lvl="0" marL="0" rtl="0" algn="l">
              <a:spcBef>
                <a:spcPts val="320"/>
              </a:spcBef>
              <a:spcAft>
                <a:spcPts val="0"/>
              </a:spcAft>
              <a:buNone/>
            </a:pPr>
            <a:r>
              <a:rPr b="1" lang="de-DE">
                <a:solidFill>
                  <a:srgbClr val="FF5451"/>
                </a:solidFill>
              </a:rPr>
              <a:t>2.2 - 2.3	</a:t>
            </a:r>
            <a:r>
              <a:rPr lang="de-DE">
                <a:solidFill>
                  <a:srgbClr val="FF5451"/>
                </a:solidFill>
              </a:rPr>
              <a:t>	</a:t>
            </a:r>
            <a:r>
              <a:rPr lang="de-DE"/>
              <a:t>Fragen beantworten</a:t>
            </a:r>
            <a:endParaRPr/>
          </a:p>
          <a:p>
            <a:pPr indent="-241300" lvl="1" marL="787400" rtl="0" algn="l">
              <a:spcBef>
                <a:spcPts val="320"/>
              </a:spcBef>
              <a:spcAft>
                <a:spcPts val="0"/>
              </a:spcAft>
              <a:buSzPts val="1600"/>
              <a:buFont typeface="Arial"/>
              <a:buNone/>
            </a:pPr>
            <a:r>
              <a:t/>
            </a:r>
            <a:endParaRPr/>
          </a:p>
        </p:txBody>
      </p:sp>
      <p:sp>
        <p:nvSpPr>
          <p:cNvPr id="266" name="Google Shape;266;p15"/>
          <p:cNvSpPr txBox="1"/>
          <p:nvPr>
            <p:ph idx="12" type="sldNum"/>
          </p:nvPr>
        </p:nvSpPr>
        <p:spPr>
          <a:xfrm>
            <a:off x="7948613" y="4879075"/>
            <a:ext cx="742950" cy="204716"/>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D8413E"/>
              </a:buClr>
              <a:buSzPts val="1000"/>
              <a:buFont typeface="Arial"/>
              <a:buNone/>
            </a:pPr>
            <a:fld id="{00000000-1234-1234-1234-123412341234}" type="slidenum">
              <a:rPr lang="de-DE" sz="1000">
                <a:solidFill>
                  <a:srgbClr val="D8413E"/>
                </a:solidFill>
                <a:latin typeface="Arial"/>
                <a:ea typeface="Arial"/>
                <a:cs typeface="Arial"/>
                <a:sym typeface="Arial"/>
              </a:rPr>
              <a:t>‹#›</a:t>
            </a:fld>
            <a:endParaRPr sz="1000">
              <a:solidFill>
                <a:srgbClr val="D8413E"/>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2b124dccd9_0_0"/>
          <p:cNvSpPr txBox="1"/>
          <p:nvPr>
            <p:ph type="title"/>
          </p:nvPr>
        </p:nvSpPr>
        <p:spPr>
          <a:xfrm>
            <a:off x="457200" y="304799"/>
            <a:ext cx="8234400" cy="758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de-DE"/>
              <a:t>AUFGABEN (SIEHE ÜBUNGSBLATT)</a:t>
            </a:r>
            <a:endParaRPr/>
          </a:p>
        </p:txBody>
      </p:sp>
      <p:sp>
        <p:nvSpPr>
          <p:cNvPr id="273" name="Google Shape;273;g32b124dccd9_0_0"/>
          <p:cNvSpPr txBox="1"/>
          <p:nvPr>
            <p:ph idx="1" type="body"/>
          </p:nvPr>
        </p:nvSpPr>
        <p:spPr>
          <a:xfrm>
            <a:off x="457200" y="1223500"/>
            <a:ext cx="4522200" cy="33792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de-DE"/>
              <a:t>Übungszettel in </a:t>
            </a:r>
            <a:r>
              <a:rPr b="1" lang="de-DE"/>
              <a:t>GitHub</a:t>
            </a:r>
            <a:r>
              <a:rPr lang="de-DE"/>
              <a:t>:</a:t>
            </a:r>
            <a:endParaRPr/>
          </a:p>
          <a:p>
            <a:pPr indent="0" lvl="0" marL="457200" rtl="0" algn="l">
              <a:spcBef>
                <a:spcPts val="360"/>
              </a:spcBef>
              <a:spcAft>
                <a:spcPts val="0"/>
              </a:spcAft>
              <a:buNone/>
            </a:pPr>
            <a:r>
              <a:rPr lang="de-DE">
                <a:solidFill>
                  <a:schemeClr val="accent2"/>
                </a:solidFill>
              </a:rPr>
              <a:t>https://github.com/IMISE/MI-Lab-E02-CSV-to-FHIR</a:t>
            </a:r>
            <a:endParaRPr>
              <a:solidFill>
                <a:schemeClr val="accent2"/>
              </a:solidFill>
            </a:endParaRPr>
          </a:p>
          <a:p>
            <a:pPr indent="0" lvl="0" marL="0" rtl="0" algn="l">
              <a:spcBef>
                <a:spcPts val="360"/>
              </a:spcBef>
              <a:spcAft>
                <a:spcPts val="0"/>
              </a:spcAft>
              <a:buNone/>
            </a:pPr>
            <a:r>
              <a:t/>
            </a:r>
            <a:endParaRPr/>
          </a:p>
          <a:p>
            <a:pPr indent="-342900" lvl="0" marL="457200" rtl="0" algn="l">
              <a:spcBef>
                <a:spcPts val="360"/>
              </a:spcBef>
              <a:spcAft>
                <a:spcPts val="0"/>
              </a:spcAft>
              <a:buSzPts val="1800"/>
              <a:buChar char="➔"/>
            </a:pPr>
            <a:r>
              <a:rPr lang="de-DE"/>
              <a:t>Unter /Aufgaben/Übungsblatt.pdf</a:t>
            </a:r>
            <a:endParaRPr/>
          </a:p>
        </p:txBody>
      </p:sp>
      <p:sp>
        <p:nvSpPr>
          <p:cNvPr id="274" name="Google Shape;274;g32b124dccd9_0_0"/>
          <p:cNvSpPr txBox="1"/>
          <p:nvPr>
            <p:ph idx="12" type="sldNum"/>
          </p:nvPr>
        </p:nvSpPr>
        <p:spPr>
          <a:xfrm>
            <a:off x="7948613" y="4879075"/>
            <a:ext cx="743100" cy="2046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D8413E"/>
              </a:buClr>
              <a:buSzPts val="1000"/>
              <a:buFont typeface="Arial"/>
              <a:buNone/>
            </a:pPr>
            <a:fld id="{00000000-1234-1234-1234-123412341234}" type="slidenum">
              <a:rPr lang="de-DE"/>
              <a:t>‹#›</a:t>
            </a:fld>
            <a:endParaRPr/>
          </a:p>
        </p:txBody>
      </p:sp>
      <p:pic>
        <p:nvPicPr>
          <p:cNvPr id="275" name="Google Shape;275;g32b124dccd9_0_0"/>
          <p:cNvPicPr preferRelativeResize="0"/>
          <p:nvPr/>
        </p:nvPicPr>
        <p:blipFill>
          <a:blip r:embed="rId3">
            <a:alphaModFix/>
          </a:blip>
          <a:stretch>
            <a:fillRect/>
          </a:stretch>
        </p:blipFill>
        <p:spPr>
          <a:xfrm>
            <a:off x="5083525" y="806851"/>
            <a:ext cx="3769325" cy="3720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6"/>
          <p:cNvSpPr txBox="1"/>
          <p:nvPr>
            <p:ph type="ctrTitle"/>
          </p:nvPr>
        </p:nvSpPr>
        <p:spPr>
          <a:xfrm>
            <a:off x="365125" y="1584325"/>
            <a:ext cx="7985125" cy="5619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VIELEN DANK!</a:t>
            </a:r>
            <a:endParaRPr/>
          </a:p>
        </p:txBody>
      </p:sp>
      <p:sp>
        <p:nvSpPr>
          <p:cNvPr id="281" name="Google Shape;281;p16"/>
          <p:cNvSpPr txBox="1"/>
          <p:nvPr>
            <p:ph idx="1" type="body"/>
          </p:nvPr>
        </p:nvSpPr>
        <p:spPr>
          <a:xfrm>
            <a:off x="365125" y="2449513"/>
            <a:ext cx="6924675" cy="2457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None/>
            </a:pPr>
            <a:r>
              <a:rPr b="1" lang="de-DE" sz="1600"/>
              <a:t>Mona Perbix</a:t>
            </a:r>
            <a:endParaRPr/>
          </a:p>
          <a:p>
            <a:pPr indent="0" lvl="0" marL="0" rtl="0" algn="l">
              <a:spcBef>
                <a:spcPts val="320"/>
              </a:spcBef>
              <a:spcAft>
                <a:spcPts val="0"/>
              </a:spcAft>
              <a:buClr>
                <a:schemeClr val="dk1"/>
              </a:buClr>
              <a:buSzPts val="1600"/>
              <a:buNone/>
            </a:pPr>
            <a:r>
              <a:rPr lang="de-DE" sz="1600">
                <a:latin typeface="Arial"/>
                <a:ea typeface="Arial"/>
                <a:cs typeface="Arial"/>
                <a:sym typeface="Arial"/>
              </a:rPr>
              <a:t>Institut für Medizinische Informatik, Statistik und Epidemiologie (IMISE)</a:t>
            </a:r>
            <a:endParaRPr/>
          </a:p>
          <a:p>
            <a:pPr indent="0" lvl="0" marL="0" rtl="0" algn="l">
              <a:spcBef>
                <a:spcPts val="320"/>
              </a:spcBef>
              <a:spcAft>
                <a:spcPts val="0"/>
              </a:spcAft>
              <a:buClr>
                <a:schemeClr val="dk1"/>
              </a:buClr>
              <a:buSzPts val="1600"/>
              <a:buNone/>
            </a:pPr>
            <a:r>
              <a:t/>
            </a:r>
            <a:endParaRPr sz="1600">
              <a:latin typeface="Arial"/>
              <a:ea typeface="Arial"/>
              <a:cs typeface="Arial"/>
              <a:sym typeface="Arial"/>
            </a:endParaRPr>
          </a:p>
          <a:p>
            <a:pPr indent="0" lvl="0" marL="0" rtl="0" algn="l">
              <a:lnSpc>
                <a:spcPct val="110000"/>
              </a:lnSpc>
              <a:spcBef>
                <a:spcPts val="320"/>
              </a:spcBef>
              <a:spcAft>
                <a:spcPts val="0"/>
              </a:spcAft>
              <a:buClr>
                <a:schemeClr val="dk1"/>
              </a:buClr>
              <a:buSzPts val="1600"/>
              <a:buNone/>
            </a:pPr>
            <a:r>
              <a:t/>
            </a:r>
            <a:endParaRPr>
              <a:latin typeface="Arial"/>
              <a:ea typeface="Arial"/>
              <a:cs typeface="Arial"/>
              <a:sym typeface="Arial"/>
            </a:endParaRPr>
          </a:p>
          <a:p>
            <a:pPr indent="0" lvl="0" marL="0" rtl="0" algn="l">
              <a:spcBef>
                <a:spcPts val="220"/>
              </a:spcBef>
              <a:spcAft>
                <a:spcPts val="0"/>
              </a:spcAft>
              <a:buClr>
                <a:schemeClr val="dk1"/>
              </a:buClr>
              <a:buSzPts val="1100"/>
              <a:buNone/>
            </a:pPr>
            <a:r>
              <a:t/>
            </a:r>
            <a:endParaRPr>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Master2_UniLeipzig_PPT Vorlage">
  <a:themeElements>
    <a:clrScheme name="MF 2018">
      <a:dk1>
        <a:srgbClr val="000000"/>
      </a:dk1>
      <a:lt1>
        <a:srgbClr val="FFFFFF"/>
      </a:lt1>
      <a:dk2>
        <a:srgbClr val="262A31"/>
      </a:dk2>
      <a:lt2>
        <a:srgbClr val="FFFFFF"/>
      </a:lt2>
      <a:accent1>
        <a:srgbClr val="008AC9"/>
      </a:accent1>
      <a:accent2>
        <a:srgbClr val="00A7D6"/>
      </a:accent2>
      <a:accent3>
        <a:srgbClr val="8AC2D1"/>
      </a:accent3>
      <a:accent4>
        <a:srgbClr val="FFFFFF"/>
      </a:accent4>
      <a:accent5>
        <a:srgbClr val="FFFFFF"/>
      </a:accent5>
      <a:accent6>
        <a:srgbClr val="FFFFFF"/>
      </a:accent6>
      <a:hlink>
        <a:srgbClr val="FFFFFF"/>
      </a:hlink>
      <a:folHlink>
        <a:srgbClr val="008AC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018-09-13-Vorlage 16 zu 9 - MF">
  <a:themeElements>
    <a:clrScheme name="mf">
      <a:dk1>
        <a:srgbClr val="000000"/>
      </a:dk1>
      <a:lt1>
        <a:srgbClr val="FFFFFF"/>
      </a:lt1>
      <a:dk2>
        <a:srgbClr val="262A31"/>
      </a:dk2>
      <a:lt2>
        <a:srgbClr val="E7E6E6"/>
      </a:lt2>
      <a:accent1>
        <a:srgbClr val="008AC9"/>
      </a:accent1>
      <a:accent2>
        <a:srgbClr val="00A7D6"/>
      </a:accent2>
      <a:accent3>
        <a:srgbClr val="FF5451"/>
      </a:accent3>
      <a:accent4>
        <a:srgbClr val="8AC2D1"/>
      </a:accent4>
      <a:accent5>
        <a:srgbClr val="262A31"/>
      </a:accent5>
      <a:accent6>
        <a:srgbClr val="FFFFFF"/>
      </a:accent6>
      <a:hlink>
        <a:srgbClr val="8AC2D1"/>
      </a:hlink>
      <a:folHlink>
        <a:srgbClr val="B02F2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2018-09-28T08:09:47Z</dcterms:created>
  <dc:creator>Doris Gabel</dc:creator>
</cp:coreProperties>
</file>